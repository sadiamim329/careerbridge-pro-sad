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Inter" panose="020B0604020202020204" charset="0"/>
      <p:regular r:id="rId16"/>
    </p:embeddedFont>
    <p:embeddedFont>
      <p:font typeface="Inter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65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-67503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049015" y="9686925"/>
            <a:ext cx="2153260" cy="514350"/>
            <a:chOff x="0" y="0"/>
            <a:chExt cx="2871013" cy="685800"/>
          </a:xfrm>
        </p:grpSpPr>
        <p:sp>
          <p:nvSpPr>
            <p:cNvPr id="7" name="Freeform 7" descr="preencoded.png">
              <a:hlinkClick r:id="rId2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992238" y="3619348"/>
            <a:ext cx="7088238" cy="914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CareerBridge Pro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4873381"/>
            <a:ext cx="9445523" cy="414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Smart Career Learning &amp; Placement System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38" y="5655469"/>
            <a:ext cx="9445523" cy="391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087" b="1" dirty="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Group No </a:t>
            </a:r>
            <a:r>
              <a:rPr lang="en-US" sz="2087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2087" dirty="0">
                <a:solidFill>
                  <a:srgbClr val="272525"/>
                </a:solidFill>
                <a:latin typeface="Inter Bold" panose="020B0604020202020204" charset="0"/>
                <a:ea typeface="Inter Bold" panose="020B0604020202020204" charset="0"/>
                <a:cs typeface="Inter"/>
                <a:sym typeface="Inter"/>
              </a:rPr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104582-A4DF-4285-ACA0-0E71FB9B2D69}"/>
              </a:ext>
            </a:extLst>
          </p:cNvPr>
          <p:cNvSpPr txBox="1"/>
          <p:nvPr/>
        </p:nvSpPr>
        <p:spPr>
          <a:xfrm>
            <a:off x="914400" y="6399516"/>
            <a:ext cx="46266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Inter Bold" panose="020B0604020202020204" charset="0"/>
                <a:ea typeface="Inter Bold" panose="020B0604020202020204" charset="0"/>
              </a:rPr>
              <a:t>Team Name</a:t>
            </a:r>
            <a:r>
              <a:rPr lang="en-US" dirty="0"/>
              <a:t>: </a:t>
            </a:r>
            <a:r>
              <a:rPr lang="en-US" dirty="0" err="1">
                <a:latin typeface="Inter Bold" panose="020B0604020202020204" charset="0"/>
                <a:ea typeface="Inter Bold" panose="020B0604020202020204" charset="0"/>
              </a:rPr>
              <a:t>Bridgify</a:t>
            </a:r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-189383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7850238" y="2337262"/>
            <a:ext cx="2777579" cy="430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Project Proposal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50238" y="3755274"/>
            <a:ext cx="1619845" cy="871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Idea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41222" y="4662439"/>
            <a:ext cx="2240978" cy="3227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26399" lvl="1" indent="-213199" algn="l">
              <a:lnSpc>
                <a:spcPts val="2603"/>
              </a:lnSpc>
              <a:buFont typeface="Arial"/>
              <a:buChar char="•"/>
            </a:pPr>
            <a:r>
              <a:rPr lang="en-US" sz="1974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Perfomance</a:t>
            </a:r>
            <a:endParaRPr lang="en-US" sz="1974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741222" y="5177914"/>
            <a:ext cx="1504205" cy="3227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26399" lvl="1" indent="-213199" algn="l">
              <a:lnSpc>
                <a:spcPts val="2603"/>
              </a:lnSpc>
              <a:buFont typeface="Arial"/>
              <a:buChar char="•"/>
            </a:pPr>
            <a:r>
              <a:rPr lang="en-US" sz="1974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Skills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741222" y="5691196"/>
            <a:ext cx="1402778" cy="3227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26399" lvl="1" indent="-213199" algn="l">
              <a:lnSpc>
                <a:spcPts val="2603"/>
              </a:lnSpc>
              <a:buFont typeface="Arial"/>
              <a:buChar char="•"/>
            </a:pPr>
            <a:r>
              <a:rPr lang="en-US" sz="1974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Job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850238" y="6203920"/>
            <a:ext cx="3940671" cy="871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Description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784380" y="7265398"/>
            <a:ext cx="1461045" cy="3227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26399" lvl="1" indent="-213199" algn="l">
              <a:lnSpc>
                <a:spcPts val="2603"/>
              </a:lnSpc>
              <a:buFont typeface="Arial"/>
              <a:buChar char="•"/>
            </a:pPr>
            <a:r>
              <a:rPr lang="en-US" sz="1974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Profile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784381" y="7721531"/>
            <a:ext cx="1884611" cy="322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6399" lvl="1" indent="-213199" algn="l">
              <a:lnSpc>
                <a:spcPts val="2603"/>
              </a:lnSpc>
              <a:buFont typeface="Arial"/>
              <a:buChar char="•"/>
            </a:pPr>
            <a:r>
              <a:rPr lang="en-US" sz="1974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Career Goal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784381" y="8177663"/>
            <a:ext cx="1685702" cy="3227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26399" lvl="1" indent="-213199" algn="l">
              <a:lnSpc>
                <a:spcPts val="2603"/>
              </a:lnSpc>
              <a:buFont typeface="Arial"/>
              <a:buChar char="•"/>
            </a:pPr>
            <a:r>
              <a:rPr lang="en-US" sz="1974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Progress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395793" y="2875885"/>
            <a:ext cx="7465962" cy="3545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11"/>
              </a:lnSpc>
            </a:pPr>
            <a:r>
              <a:rPr lang="en-US" sz="2151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CareerBridge</a:t>
            </a:r>
            <a:r>
              <a:rPr lang="en-US" sz="215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Pro connects learning, skills, and jobs.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7850238" y="2227507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Project Proposal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50238" y="2774309"/>
            <a:ext cx="7088238" cy="914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Why It Matters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50238" y="4028332"/>
            <a:ext cx="9445523" cy="4012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Students often do not know which skills industry roles actually require.</a:t>
            </a:r>
          </a:p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Many job seekers lack a clear roadmap from learning to placement.</a:t>
            </a:r>
          </a:p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Hiring is inefficient when employers cannot quickly identify qualified candidates.</a:t>
            </a:r>
          </a:p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market needs one smart system that connects learning with opportunity.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1947862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Tools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2494655"/>
            <a:ext cx="9289256" cy="914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Built With a Practical Stack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87476" y="3829641"/>
            <a:ext cx="3872655" cy="2558806"/>
            <a:chOff x="0" y="0"/>
            <a:chExt cx="5163541" cy="3411741"/>
          </a:xfrm>
        </p:grpSpPr>
        <p:sp>
          <p:nvSpPr>
            <p:cNvPr id="9" name="Freeform 9"/>
            <p:cNvSpPr/>
            <p:nvPr/>
          </p:nvSpPr>
          <p:spPr>
            <a:xfrm>
              <a:off x="6350" y="6350"/>
              <a:ext cx="5150866" cy="3399028"/>
            </a:xfrm>
            <a:custGeom>
              <a:avLst/>
              <a:gdLst/>
              <a:ahLst/>
              <a:cxnLst/>
              <a:rect l="l" t="t" r="r" b="b"/>
              <a:pathLst>
                <a:path w="5150866" h="3399028">
                  <a:moveTo>
                    <a:pt x="0" y="907288"/>
                  </a:moveTo>
                  <a:cubicBezTo>
                    <a:pt x="0" y="406273"/>
                    <a:pt x="406781" y="0"/>
                    <a:pt x="908431" y="0"/>
                  </a:cubicBezTo>
                  <a:lnTo>
                    <a:pt x="4242435" y="0"/>
                  </a:lnTo>
                  <a:cubicBezTo>
                    <a:pt x="4744212" y="0"/>
                    <a:pt x="5150866" y="406273"/>
                    <a:pt x="5150866" y="907288"/>
                  </a:cubicBezTo>
                  <a:lnTo>
                    <a:pt x="5150866" y="2491740"/>
                  </a:lnTo>
                  <a:cubicBezTo>
                    <a:pt x="5150866" y="2992882"/>
                    <a:pt x="4744085" y="3399028"/>
                    <a:pt x="4242435" y="3399028"/>
                  </a:cubicBezTo>
                  <a:lnTo>
                    <a:pt x="908431" y="3399028"/>
                  </a:lnTo>
                  <a:cubicBezTo>
                    <a:pt x="406781" y="3399028"/>
                    <a:pt x="0" y="2992882"/>
                    <a:pt x="0" y="2491740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5163566" cy="3411728"/>
            </a:xfrm>
            <a:custGeom>
              <a:avLst/>
              <a:gdLst/>
              <a:ahLst/>
              <a:cxnLst/>
              <a:rect l="l" t="t" r="r" b="b"/>
              <a:pathLst>
                <a:path w="5163566" h="3411728">
                  <a:moveTo>
                    <a:pt x="0" y="913638"/>
                  </a:moveTo>
                  <a:cubicBezTo>
                    <a:pt x="0" y="409067"/>
                    <a:pt x="409575" y="0"/>
                    <a:pt x="914781" y="0"/>
                  </a:cubicBezTo>
                  <a:lnTo>
                    <a:pt x="4248785" y="0"/>
                  </a:lnTo>
                  <a:lnTo>
                    <a:pt x="4248785" y="6350"/>
                  </a:lnTo>
                  <a:lnTo>
                    <a:pt x="4248785" y="0"/>
                  </a:lnTo>
                  <a:cubicBezTo>
                    <a:pt x="4753991" y="0"/>
                    <a:pt x="5163566" y="409067"/>
                    <a:pt x="5163566" y="913638"/>
                  </a:cubicBezTo>
                  <a:lnTo>
                    <a:pt x="5157216" y="913638"/>
                  </a:lnTo>
                  <a:lnTo>
                    <a:pt x="5163566" y="913638"/>
                  </a:lnTo>
                  <a:lnTo>
                    <a:pt x="5163566" y="2498090"/>
                  </a:lnTo>
                  <a:lnTo>
                    <a:pt x="5157216" y="2498090"/>
                  </a:lnTo>
                  <a:lnTo>
                    <a:pt x="5163566" y="2498090"/>
                  </a:lnTo>
                  <a:cubicBezTo>
                    <a:pt x="5163566" y="3002661"/>
                    <a:pt x="4753991" y="3411728"/>
                    <a:pt x="4248785" y="3411728"/>
                  </a:cubicBezTo>
                  <a:lnTo>
                    <a:pt x="4248785" y="3405378"/>
                  </a:lnTo>
                  <a:lnTo>
                    <a:pt x="4248785" y="3411728"/>
                  </a:lnTo>
                  <a:lnTo>
                    <a:pt x="914781" y="3411728"/>
                  </a:lnTo>
                  <a:lnTo>
                    <a:pt x="914781" y="3405378"/>
                  </a:lnTo>
                  <a:lnTo>
                    <a:pt x="914781" y="3411728"/>
                  </a:lnTo>
                  <a:cubicBezTo>
                    <a:pt x="409575" y="3411728"/>
                    <a:pt x="0" y="3002661"/>
                    <a:pt x="0" y="2498090"/>
                  </a:cubicBezTo>
                  <a:lnTo>
                    <a:pt x="0" y="913638"/>
                  </a:lnTo>
                  <a:lnTo>
                    <a:pt x="6350" y="913638"/>
                  </a:lnTo>
                  <a:lnTo>
                    <a:pt x="0" y="913638"/>
                  </a:lnTo>
                  <a:moveTo>
                    <a:pt x="12700" y="913638"/>
                  </a:moveTo>
                  <a:lnTo>
                    <a:pt x="12700" y="2498090"/>
                  </a:lnTo>
                  <a:lnTo>
                    <a:pt x="6350" y="2498090"/>
                  </a:lnTo>
                  <a:lnTo>
                    <a:pt x="12700" y="2498090"/>
                  </a:lnTo>
                  <a:cubicBezTo>
                    <a:pt x="12700" y="2995676"/>
                    <a:pt x="416560" y="3399028"/>
                    <a:pt x="914781" y="3399028"/>
                  </a:cubicBezTo>
                  <a:lnTo>
                    <a:pt x="4248785" y="3399028"/>
                  </a:lnTo>
                  <a:cubicBezTo>
                    <a:pt x="4747006" y="3399028"/>
                    <a:pt x="5150866" y="2995676"/>
                    <a:pt x="5150866" y="2498090"/>
                  </a:cubicBezTo>
                  <a:lnTo>
                    <a:pt x="5150866" y="913638"/>
                  </a:lnTo>
                  <a:cubicBezTo>
                    <a:pt x="5150866" y="416052"/>
                    <a:pt x="4747006" y="12700"/>
                    <a:pt x="4248785" y="12700"/>
                  </a:cubicBezTo>
                  <a:lnTo>
                    <a:pt x="914781" y="12700"/>
                  </a:lnTo>
                  <a:lnTo>
                    <a:pt x="914781" y="6350"/>
                  </a:lnTo>
                  <a:lnTo>
                    <a:pt x="914781" y="12700"/>
                  </a:lnTo>
                  <a:cubicBezTo>
                    <a:pt x="416560" y="12700"/>
                    <a:pt x="12700" y="416052"/>
                    <a:pt x="12700" y="913638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1285284" y="4108399"/>
            <a:ext cx="3277048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Figma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85284" y="4654753"/>
            <a:ext cx="3277048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UI/UX design and prototyping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5134127" y="3829641"/>
            <a:ext cx="3872808" cy="2558806"/>
            <a:chOff x="0" y="0"/>
            <a:chExt cx="5163744" cy="3411741"/>
          </a:xfrm>
        </p:grpSpPr>
        <p:sp>
          <p:nvSpPr>
            <p:cNvPr id="14" name="Freeform 14"/>
            <p:cNvSpPr/>
            <p:nvPr/>
          </p:nvSpPr>
          <p:spPr>
            <a:xfrm>
              <a:off x="6350" y="6350"/>
              <a:ext cx="5150993" cy="3399028"/>
            </a:xfrm>
            <a:custGeom>
              <a:avLst/>
              <a:gdLst/>
              <a:ahLst/>
              <a:cxnLst/>
              <a:rect l="l" t="t" r="r" b="b"/>
              <a:pathLst>
                <a:path w="5150993" h="3399028">
                  <a:moveTo>
                    <a:pt x="0" y="907288"/>
                  </a:moveTo>
                  <a:cubicBezTo>
                    <a:pt x="0" y="406273"/>
                    <a:pt x="406781" y="0"/>
                    <a:pt x="908431" y="0"/>
                  </a:cubicBezTo>
                  <a:lnTo>
                    <a:pt x="4242562" y="0"/>
                  </a:lnTo>
                  <a:cubicBezTo>
                    <a:pt x="4744339" y="0"/>
                    <a:pt x="5150993" y="406273"/>
                    <a:pt x="5150993" y="907288"/>
                  </a:cubicBezTo>
                  <a:lnTo>
                    <a:pt x="5150993" y="2491740"/>
                  </a:lnTo>
                  <a:cubicBezTo>
                    <a:pt x="5150993" y="2992882"/>
                    <a:pt x="4744212" y="3399028"/>
                    <a:pt x="4242562" y="3399028"/>
                  </a:cubicBezTo>
                  <a:lnTo>
                    <a:pt x="908431" y="3399028"/>
                  </a:lnTo>
                  <a:cubicBezTo>
                    <a:pt x="406781" y="3399028"/>
                    <a:pt x="0" y="2992882"/>
                    <a:pt x="0" y="2491740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5163693" cy="3411728"/>
            </a:xfrm>
            <a:custGeom>
              <a:avLst/>
              <a:gdLst/>
              <a:ahLst/>
              <a:cxnLst/>
              <a:rect l="l" t="t" r="r" b="b"/>
              <a:pathLst>
                <a:path w="5163693" h="3411728">
                  <a:moveTo>
                    <a:pt x="0" y="913638"/>
                  </a:moveTo>
                  <a:cubicBezTo>
                    <a:pt x="0" y="409067"/>
                    <a:pt x="409575" y="0"/>
                    <a:pt x="914781" y="0"/>
                  </a:cubicBezTo>
                  <a:lnTo>
                    <a:pt x="4248912" y="0"/>
                  </a:lnTo>
                  <a:lnTo>
                    <a:pt x="4248912" y="6350"/>
                  </a:lnTo>
                  <a:lnTo>
                    <a:pt x="4248912" y="0"/>
                  </a:lnTo>
                  <a:cubicBezTo>
                    <a:pt x="4754118" y="0"/>
                    <a:pt x="5163693" y="409067"/>
                    <a:pt x="5163693" y="913638"/>
                  </a:cubicBezTo>
                  <a:lnTo>
                    <a:pt x="5157343" y="913638"/>
                  </a:lnTo>
                  <a:lnTo>
                    <a:pt x="5163693" y="913638"/>
                  </a:lnTo>
                  <a:lnTo>
                    <a:pt x="5163693" y="2498090"/>
                  </a:lnTo>
                  <a:lnTo>
                    <a:pt x="5157343" y="2498090"/>
                  </a:lnTo>
                  <a:lnTo>
                    <a:pt x="5163693" y="2498090"/>
                  </a:lnTo>
                  <a:cubicBezTo>
                    <a:pt x="5163693" y="3002661"/>
                    <a:pt x="4754118" y="3411728"/>
                    <a:pt x="4248912" y="3411728"/>
                  </a:cubicBezTo>
                  <a:lnTo>
                    <a:pt x="4248912" y="3405378"/>
                  </a:lnTo>
                  <a:lnTo>
                    <a:pt x="4248912" y="3411728"/>
                  </a:lnTo>
                  <a:lnTo>
                    <a:pt x="914781" y="3411728"/>
                  </a:lnTo>
                  <a:lnTo>
                    <a:pt x="914781" y="3405378"/>
                  </a:lnTo>
                  <a:lnTo>
                    <a:pt x="914781" y="3411728"/>
                  </a:lnTo>
                  <a:cubicBezTo>
                    <a:pt x="409575" y="3411728"/>
                    <a:pt x="0" y="3002661"/>
                    <a:pt x="0" y="2498090"/>
                  </a:cubicBezTo>
                  <a:lnTo>
                    <a:pt x="0" y="913638"/>
                  </a:lnTo>
                  <a:lnTo>
                    <a:pt x="6350" y="913638"/>
                  </a:lnTo>
                  <a:lnTo>
                    <a:pt x="0" y="913638"/>
                  </a:lnTo>
                  <a:moveTo>
                    <a:pt x="12700" y="913638"/>
                  </a:moveTo>
                  <a:lnTo>
                    <a:pt x="12700" y="2498090"/>
                  </a:lnTo>
                  <a:lnTo>
                    <a:pt x="6350" y="2498090"/>
                  </a:lnTo>
                  <a:lnTo>
                    <a:pt x="12700" y="2498090"/>
                  </a:lnTo>
                  <a:cubicBezTo>
                    <a:pt x="12700" y="2995676"/>
                    <a:pt x="416560" y="3399028"/>
                    <a:pt x="914781" y="3399028"/>
                  </a:cubicBezTo>
                  <a:lnTo>
                    <a:pt x="4248912" y="3399028"/>
                  </a:lnTo>
                  <a:cubicBezTo>
                    <a:pt x="4747133" y="3399028"/>
                    <a:pt x="5150993" y="2995676"/>
                    <a:pt x="5150993" y="2498090"/>
                  </a:cubicBezTo>
                  <a:lnTo>
                    <a:pt x="5150993" y="913638"/>
                  </a:lnTo>
                  <a:cubicBezTo>
                    <a:pt x="5150993" y="416052"/>
                    <a:pt x="4747133" y="12700"/>
                    <a:pt x="4248912" y="12700"/>
                  </a:cubicBezTo>
                  <a:lnTo>
                    <a:pt x="914781" y="12700"/>
                  </a:lnTo>
                  <a:lnTo>
                    <a:pt x="914781" y="6350"/>
                  </a:lnTo>
                  <a:lnTo>
                    <a:pt x="914781" y="12700"/>
                  </a:lnTo>
                  <a:cubicBezTo>
                    <a:pt x="416560" y="12700"/>
                    <a:pt x="12700" y="416052"/>
                    <a:pt x="12700" y="913638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5431927" y="4108399"/>
            <a:ext cx="3277191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Jira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431927" y="4654753"/>
            <a:ext cx="3277191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Project management and tracking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280922" y="3829641"/>
            <a:ext cx="3872808" cy="2558806"/>
            <a:chOff x="0" y="0"/>
            <a:chExt cx="5163744" cy="3411741"/>
          </a:xfrm>
        </p:grpSpPr>
        <p:sp>
          <p:nvSpPr>
            <p:cNvPr id="19" name="Freeform 19"/>
            <p:cNvSpPr/>
            <p:nvPr/>
          </p:nvSpPr>
          <p:spPr>
            <a:xfrm>
              <a:off x="6350" y="6350"/>
              <a:ext cx="5150993" cy="3399028"/>
            </a:xfrm>
            <a:custGeom>
              <a:avLst/>
              <a:gdLst/>
              <a:ahLst/>
              <a:cxnLst/>
              <a:rect l="l" t="t" r="r" b="b"/>
              <a:pathLst>
                <a:path w="5150993" h="3399028">
                  <a:moveTo>
                    <a:pt x="0" y="907288"/>
                  </a:moveTo>
                  <a:cubicBezTo>
                    <a:pt x="0" y="406273"/>
                    <a:pt x="406781" y="0"/>
                    <a:pt x="908431" y="0"/>
                  </a:cubicBezTo>
                  <a:lnTo>
                    <a:pt x="4242562" y="0"/>
                  </a:lnTo>
                  <a:cubicBezTo>
                    <a:pt x="4744339" y="0"/>
                    <a:pt x="5150993" y="406273"/>
                    <a:pt x="5150993" y="907288"/>
                  </a:cubicBezTo>
                  <a:lnTo>
                    <a:pt x="5150993" y="2491740"/>
                  </a:lnTo>
                  <a:cubicBezTo>
                    <a:pt x="5150993" y="2992882"/>
                    <a:pt x="4744212" y="3399028"/>
                    <a:pt x="4242562" y="3399028"/>
                  </a:cubicBezTo>
                  <a:lnTo>
                    <a:pt x="908431" y="3399028"/>
                  </a:lnTo>
                  <a:cubicBezTo>
                    <a:pt x="406781" y="3399028"/>
                    <a:pt x="0" y="2992882"/>
                    <a:pt x="0" y="2491740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0" y="0"/>
              <a:ext cx="5163693" cy="3411728"/>
            </a:xfrm>
            <a:custGeom>
              <a:avLst/>
              <a:gdLst/>
              <a:ahLst/>
              <a:cxnLst/>
              <a:rect l="l" t="t" r="r" b="b"/>
              <a:pathLst>
                <a:path w="5163693" h="3411728">
                  <a:moveTo>
                    <a:pt x="0" y="913638"/>
                  </a:moveTo>
                  <a:cubicBezTo>
                    <a:pt x="0" y="409067"/>
                    <a:pt x="409575" y="0"/>
                    <a:pt x="914781" y="0"/>
                  </a:cubicBezTo>
                  <a:lnTo>
                    <a:pt x="4248912" y="0"/>
                  </a:lnTo>
                  <a:lnTo>
                    <a:pt x="4248912" y="6350"/>
                  </a:lnTo>
                  <a:lnTo>
                    <a:pt x="4248912" y="0"/>
                  </a:lnTo>
                  <a:cubicBezTo>
                    <a:pt x="4754118" y="0"/>
                    <a:pt x="5163693" y="409067"/>
                    <a:pt x="5163693" y="913638"/>
                  </a:cubicBezTo>
                  <a:lnTo>
                    <a:pt x="5157343" y="913638"/>
                  </a:lnTo>
                  <a:lnTo>
                    <a:pt x="5163693" y="913638"/>
                  </a:lnTo>
                  <a:lnTo>
                    <a:pt x="5163693" y="2498090"/>
                  </a:lnTo>
                  <a:lnTo>
                    <a:pt x="5157343" y="2498090"/>
                  </a:lnTo>
                  <a:lnTo>
                    <a:pt x="5163693" y="2498090"/>
                  </a:lnTo>
                  <a:cubicBezTo>
                    <a:pt x="5163693" y="3002661"/>
                    <a:pt x="4754118" y="3411728"/>
                    <a:pt x="4248912" y="3411728"/>
                  </a:cubicBezTo>
                  <a:lnTo>
                    <a:pt x="4248912" y="3405378"/>
                  </a:lnTo>
                  <a:lnTo>
                    <a:pt x="4248912" y="3411728"/>
                  </a:lnTo>
                  <a:lnTo>
                    <a:pt x="914781" y="3411728"/>
                  </a:lnTo>
                  <a:lnTo>
                    <a:pt x="914781" y="3405378"/>
                  </a:lnTo>
                  <a:lnTo>
                    <a:pt x="914781" y="3411728"/>
                  </a:lnTo>
                  <a:cubicBezTo>
                    <a:pt x="409575" y="3411728"/>
                    <a:pt x="0" y="3002661"/>
                    <a:pt x="0" y="2498090"/>
                  </a:cubicBezTo>
                  <a:lnTo>
                    <a:pt x="0" y="913638"/>
                  </a:lnTo>
                  <a:lnTo>
                    <a:pt x="6350" y="913638"/>
                  </a:lnTo>
                  <a:lnTo>
                    <a:pt x="0" y="913638"/>
                  </a:lnTo>
                  <a:moveTo>
                    <a:pt x="12700" y="913638"/>
                  </a:moveTo>
                  <a:lnTo>
                    <a:pt x="12700" y="2498090"/>
                  </a:lnTo>
                  <a:lnTo>
                    <a:pt x="6350" y="2498090"/>
                  </a:lnTo>
                  <a:lnTo>
                    <a:pt x="12700" y="2498090"/>
                  </a:lnTo>
                  <a:cubicBezTo>
                    <a:pt x="12700" y="2995676"/>
                    <a:pt x="416560" y="3399028"/>
                    <a:pt x="914781" y="3399028"/>
                  </a:cubicBezTo>
                  <a:lnTo>
                    <a:pt x="4248912" y="3399028"/>
                  </a:lnTo>
                  <a:cubicBezTo>
                    <a:pt x="4747133" y="3399028"/>
                    <a:pt x="5150993" y="2995676"/>
                    <a:pt x="5150993" y="2498090"/>
                  </a:cubicBezTo>
                  <a:lnTo>
                    <a:pt x="5150993" y="913638"/>
                  </a:lnTo>
                  <a:cubicBezTo>
                    <a:pt x="5150993" y="416052"/>
                    <a:pt x="4747133" y="12700"/>
                    <a:pt x="4248912" y="12700"/>
                  </a:cubicBezTo>
                  <a:lnTo>
                    <a:pt x="914781" y="12700"/>
                  </a:lnTo>
                  <a:lnTo>
                    <a:pt x="914781" y="6350"/>
                  </a:lnTo>
                  <a:lnTo>
                    <a:pt x="914781" y="12700"/>
                  </a:lnTo>
                  <a:cubicBezTo>
                    <a:pt x="416560" y="12700"/>
                    <a:pt x="12700" y="416052"/>
                    <a:pt x="12700" y="913638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9578731" y="4108399"/>
            <a:ext cx="3277191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React / Next.js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578731" y="4654753"/>
            <a:ext cx="3277191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Frontend interface development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3427716" y="3829641"/>
            <a:ext cx="3872808" cy="2558806"/>
            <a:chOff x="0" y="0"/>
            <a:chExt cx="5163744" cy="3411741"/>
          </a:xfrm>
        </p:grpSpPr>
        <p:sp>
          <p:nvSpPr>
            <p:cNvPr id="24" name="Freeform 24"/>
            <p:cNvSpPr/>
            <p:nvPr/>
          </p:nvSpPr>
          <p:spPr>
            <a:xfrm>
              <a:off x="6350" y="6350"/>
              <a:ext cx="5150993" cy="3399028"/>
            </a:xfrm>
            <a:custGeom>
              <a:avLst/>
              <a:gdLst/>
              <a:ahLst/>
              <a:cxnLst/>
              <a:rect l="l" t="t" r="r" b="b"/>
              <a:pathLst>
                <a:path w="5150993" h="3399028">
                  <a:moveTo>
                    <a:pt x="0" y="907288"/>
                  </a:moveTo>
                  <a:cubicBezTo>
                    <a:pt x="0" y="406273"/>
                    <a:pt x="406781" y="0"/>
                    <a:pt x="908431" y="0"/>
                  </a:cubicBezTo>
                  <a:lnTo>
                    <a:pt x="4242562" y="0"/>
                  </a:lnTo>
                  <a:cubicBezTo>
                    <a:pt x="4744339" y="0"/>
                    <a:pt x="5150993" y="406273"/>
                    <a:pt x="5150993" y="907288"/>
                  </a:cubicBezTo>
                  <a:lnTo>
                    <a:pt x="5150993" y="2491740"/>
                  </a:lnTo>
                  <a:cubicBezTo>
                    <a:pt x="5150993" y="2992882"/>
                    <a:pt x="4744212" y="3399028"/>
                    <a:pt x="4242562" y="3399028"/>
                  </a:cubicBezTo>
                  <a:lnTo>
                    <a:pt x="908431" y="3399028"/>
                  </a:lnTo>
                  <a:cubicBezTo>
                    <a:pt x="406781" y="3399028"/>
                    <a:pt x="0" y="2992882"/>
                    <a:pt x="0" y="2491740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0"/>
              <a:ext cx="5163693" cy="3411728"/>
            </a:xfrm>
            <a:custGeom>
              <a:avLst/>
              <a:gdLst/>
              <a:ahLst/>
              <a:cxnLst/>
              <a:rect l="l" t="t" r="r" b="b"/>
              <a:pathLst>
                <a:path w="5163693" h="3411728">
                  <a:moveTo>
                    <a:pt x="0" y="913638"/>
                  </a:moveTo>
                  <a:cubicBezTo>
                    <a:pt x="0" y="409067"/>
                    <a:pt x="409575" y="0"/>
                    <a:pt x="914781" y="0"/>
                  </a:cubicBezTo>
                  <a:lnTo>
                    <a:pt x="4248912" y="0"/>
                  </a:lnTo>
                  <a:lnTo>
                    <a:pt x="4248912" y="6350"/>
                  </a:lnTo>
                  <a:lnTo>
                    <a:pt x="4248912" y="0"/>
                  </a:lnTo>
                  <a:cubicBezTo>
                    <a:pt x="4754118" y="0"/>
                    <a:pt x="5163693" y="409067"/>
                    <a:pt x="5163693" y="913638"/>
                  </a:cubicBezTo>
                  <a:lnTo>
                    <a:pt x="5157343" y="913638"/>
                  </a:lnTo>
                  <a:lnTo>
                    <a:pt x="5163693" y="913638"/>
                  </a:lnTo>
                  <a:lnTo>
                    <a:pt x="5163693" y="2498090"/>
                  </a:lnTo>
                  <a:lnTo>
                    <a:pt x="5157343" y="2498090"/>
                  </a:lnTo>
                  <a:lnTo>
                    <a:pt x="5163693" y="2498090"/>
                  </a:lnTo>
                  <a:cubicBezTo>
                    <a:pt x="5163693" y="3002661"/>
                    <a:pt x="4754118" y="3411728"/>
                    <a:pt x="4248912" y="3411728"/>
                  </a:cubicBezTo>
                  <a:lnTo>
                    <a:pt x="4248912" y="3405378"/>
                  </a:lnTo>
                  <a:lnTo>
                    <a:pt x="4248912" y="3411728"/>
                  </a:lnTo>
                  <a:lnTo>
                    <a:pt x="914781" y="3411728"/>
                  </a:lnTo>
                  <a:lnTo>
                    <a:pt x="914781" y="3405378"/>
                  </a:lnTo>
                  <a:lnTo>
                    <a:pt x="914781" y="3411728"/>
                  </a:lnTo>
                  <a:cubicBezTo>
                    <a:pt x="409575" y="3411728"/>
                    <a:pt x="0" y="3002661"/>
                    <a:pt x="0" y="2498090"/>
                  </a:cubicBezTo>
                  <a:lnTo>
                    <a:pt x="0" y="913638"/>
                  </a:lnTo>
                  <a:lnTo>
                    <a:pt x="6350" y="913638"/>
                  </a:lnTo>
                  <a:lnTo>
                    <a:pt x="0" y="913638"/>
                  </a:lnTo>
                  <a:moveTo>
                    <a:pt x="12700" y="913638"/>
                  </a:moveTo>
                  <a:lnTo>
                    <a:pt x="12700" y="2498090"/>
                  </a:lnTo>
                  <a:lnTo>
                    <a:pt x="6350" y="2498090"/>
                  </a:lnTo>
                  <a:lnTo>
                    <a:pt x="12700" y="2498090"/>
                  </a:lnTo>
                  <a:cubicBezTo>
                    <a:pt x="12700" y="2995676"/>
                    <a:pt x="416560" y="3399028"/>
                    <a:pt x="914781" y="3399028"/>
                  </a:cubicBezTo>
                  <a:lnTo>
                    <a:pt x="4248912" y="3399028"/>
                  </a:lnTo>
                  <a:cubicBezTo>
                    <a:pt x="4747133" y="3399028"/>
                    <a:pt x="5150993" y="2995676"/>
                    <a:pt x="5150993" y="2498090"/>
                  </a:cubicBezTo>
                  <a:lnTo>
                    <a:pt x="5150993" y="913638"/>
                  </a:lnTo>
                  <a:cubicBezTo>
                    <a:pt x="5150993" y="416052"/>
                    <a:pt x="4747133" y="12700"/>
                    <a:pt x="4248912" y="12700"/>
                  </a:cubicBezTo>
                  <a:lnTo>
                    <a:pt x="914781" y="12700"/>
                  </a:lnTo>
                  <a:lnTo>
                    <a:pt x="914781" y="6350"/>
                  </a:lnTo>
                  <a:lnTo>
                    <a:pt x="914781" y="12700"/>
                  </a:lnTo>
                  <a:cubicBezTo>
                    <a:pt x="416560" y="12700"/>
                    <a:pt x="12700" y="416052"/>
                    <a:pt x="12700" y="913638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id="26" name="TextBox 26"/>
          <p:cNvSpPr txBox="1"/>
          <p:nvPr/>
        </p:nvSpPr>
        <p:spPr>
          <a:xfrm>
            <a:off x="13725525" y="4108399"/>
            <a:ext cx="3277191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Node.js / Express.js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725525" y="5097666"/>
            <a:ext cx="3277191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Backend services and APIs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87476" y="6662442"/>
            <a:ext cx="5254971" cy="1662265"/>
            <a:chOff x="0" y="0"/>
            <a:chExt cx="7006628" cy="2216353"/>
          </a:xfrm>
        </p:grpSpPr>
        <p:sp>
          <p:nvSpPr>
            <p:cNvPr id="29" name="Freeform 29"/>
            <p:cNvSpPr/>
            <p:nvPr/>
          </p:nvSpPr>
          <p:spPr>
            <a:xfrm>
              <a:off x="6350" y="6350"/>
              <a:ext cx="6993890" cy="2203577"/>
            </a:xfrm>
            <a:custGeom>
              <a:avLst/>
              <a:gdLst/>
              <a:ahLst/>
              <a:cxnLst/>
              <a:rect l="l" t="t" r="r" b="b"/>
              <a:pathLst>
                <a:path w="6993890" h="2203577">
                  <a:moveTo>
                    <a:pt x="0" y="907288"/>
                  </a:moveTo>
                  <a:cubicBezTo>
                    <a:pt x="0" y="406273"/>
                    <a:pt x="407797" y="0"/>
                    <a:pt x="910844" y="0"/>
                  </a:cubicBezTo>
                  <a:lnTo>
                    <a:pt x="6083046" y="0"/>
                  </a:lnTo>
                  <a:cubicBezTo>
                    <a:pt x="6586093" y="0"/>
                    <a:pt x="6993890" y="406273"/>
                    <a:pt x="6993890" y="907288"/>
                  </a:cubicBezTo>
                  <a:lnTo>
                    <a:pt x="6993890" y="1296289"/>
                  </a:lnTo>
                  <a:cubicBezTo>
                    <a:pt x="6993890" y="1797431"/>
                    <a:pt x="6586093" y="2203577"/>
                    <a:pt x="6083046" y="2203577"/>
                  </a:cubicBezTo>
                  <a:lnTo>
                    <a:pt x="910844" y="2203577"/>
                  </a:lnTo>
                  <a:cubicBezTo>
                    <a:pt x="407797" y="2203704"/>
                    <a:pt x="0" y="1797431"/>
                    <a:pt x="0" y="1296289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0"/>
              <a:ext cx="7006590" cy="2216277"/>
            </a:xfrm>
            <a:custGeom>
              <a:avLst/>
              <a:gdLst/>
              <a:ahLst/>
              <a:cxnLst/>
              <a:rect l="l" t="t" r="r" b="b"/>
              <a:pathLst>
                <a:path w="7006590" h="2216277">
                  <a:moveTo>
                    <a:pt x="0" y="913638"/>
                  </a:moveTo>
                  <a:cubicBezTo>
                    <a:pt x="0" y="409067"/>
                    <a:pt x="410718" y="0"/>
                    <a:pt x="917194" y="0"/>
                  </a:cubicBezTo>
                  <a:lnTo>
                    <a:pt x="6089396" y="0"/>
                  </a:lnTo>
                  <a:lnTo>
                    <a:pt x="6089396" y="6350"/>
                  </a:lnTo>
                  <a:lnTo>
                    <a:pt x="6089396" y="0"/>
                  </a:lnTo>
                  <a:cubicBezTo>
                    <a:pt x="6595999" y="0"/>
                    <a:pt x="7006590" y="409067"/>
                    <a:pt x="7006590" y="913638"/>
                  </a:cubicBezTo>
                  <a:lnTo>
                    <a:pt x="7000240" y="913638"/>
                  </a:lnTo>
                  <a:lnTo>
                    <a:pt x="7006590" y="913638"/>
                  </a:lnTo>
                  <a:lnTo>
                    <a:pt x="7006590" y="1302639"/>
                  </a:lnTo>
                  <a:lnTo>
                    <a:pt x="7000240" y="1302639"/>
                  </a:lnTo>
                  <a:lnTo>
                    <a:pt x="7006590" y="1302639"/>
                  </a:lnTo>
                  <a:cubicBezTo>
                    <a:pt x="7006590" y="1807210"/>
                    <a:pt x="6595872" y="2216277"/>
                    <a:pt x="6089396" y="2216277"/>
                  </a:cubicBezTo>
                  <a:lnTo>
                    <a:pt x="6089396" y="2209927"/>
                  </a:lnTo>
                  <a:lnTo>
                    <a:pt x="6089396" y="2216277"/>
                  </a:lnTo>
                  <a:lnTo>
                    <a:pt x="917194" y="2216277"/>
                  </a:lnTo>
                  <a:lnTo>
                    <a:pt x="917194" y="2209927"/>
                  </a:lnTo>
                  <a:lnTo>
                    <a:pt x="917194" y="2216277"/>
                  </a:lnTo>
                  <a:cubicBezTo>
                    <a:pt x="410718" y="2216404"/>
                    <a:pt x="0" y="1807337"/>
                    <a:pt x="0" y="1302639"/>
                  </a:cubicBezTo>
                  <a:lnTo>
                    <a:pt x="0" y="913638"/>
                  </a:lnTo>
                  <a:lnTo>
                    <a:pt x="6350" y="913638"/>
                  </a:lnTo>
                  <a:lnTo>
                    <a:pt x="0" y="913638"/>
                  </a:lnTo>
                  <a:moveTo>
                    <a:pt x="12700" y="913638"/>
                  </a:moveTo>
                  <a:lnTo>
                    <a:pt x="12700" y="1302639"/>
                  </a:lnTo>
                  <a:lnTo>
                    <a:pt x="6350" y="1302639"/>
                  </a:lnTo>
                  <a:lnTo>
                    <a:pt x="12700" y="1302639"/>
                  </a:lnTo>
                  <a:cubicBezTo>
                    <a:pt x="12700" y="1800225"/>
                    <a:pt x="417703" y="2203577"/>
                    <a:pt x="917194" y="2203577"/>
                  </a:cubicBezTo>
                  <a:lnTo>
                    <a:pt x="6089396" y="2203577"/>
                  </a:lnTo>
                  <a:cubicBezTo>
                    <a:pt x="6589014" y="2203577"/>
                    <a:pt x="6993890" y="1800225"/>
                    <a:pt x="6993890" y="1302639"/>
                  </a:cubicBezTo>
                  <a:lnTo>
                    <a:pt x="6993890" y="913638"/>
                  </a:lnTo>
                  <a:cubicBezTo>
                    <a:pt x="6993890" y="416052"/>
                    <a:pt x="6589014" y="12700"/>
                    <a:pt x="6089396" y="12700"/>
                  </a:cubicBezTo>
                  <a:lnTo>
                    <a:pt x="917194" y="12700"/>
                  </a:lnTo>
                  <a:lnTo>
                    <a:pt x="917194" y="6350"/>
                  </a:lnTo>
                  <a:lnTo>
                    <a:pt x="917194" y="12700"/>
                  </a:lnTo>
                  <a:cubicBezTo>
                    <a:pt x="417703" y="12700"/>
                    <a:pt x="12700" y="416052"/>
                    <a:pt x="12700" y="913638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id="31" name="TextBox 31"/>
          <p:cNvSpPr txBox="1"/>
          <p:nvPr/>
        </p:nvSpPr>
        <p:spPr>
          <a:xfrm>
            <a:off x="1285284" y="6941191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MongoDB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85284" y="7487545"/>
            <a:ext cx="4659363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Flexible database storage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6516443" y="6662442"/>
            <a:ext cx="5254971" cy="1662265"/>
            <a:chOff x="0" y="0"/>
            <a:chExt cx="7006628" cy="2216353"/>
          </a:xfrm>
        </p:grpSpPr>
        <p:sp>
          <p:nvSpPr>
            <p:cNvPr id="34" name="Freeform 34"/>
            <p:cNvSpPr/>
            <p:nvPr/>
          </p:nvSpPr>
          <p:spPr>
            <a:xfrm>
              <a:off x="6350" y="6350"/>
              <a:ext cx="6993890" cy="2203577"/>
            </a:xfrm>
            <a:custGeom>
              <a:avLst/>
              <a:gdLst/>
              <a:ahLst/>
              <a:cxnLst/>
              <a:rect l="l" t="t" r="r" b="b"/>
              <a:pathLst>
                <a:path w="6993890" h="2203577">
                  <a:moveTo>
                    <a:pt x="0" y="907288"/>
                  </a:moveTo>
                  <a:cubicBezTo>
                    <a:pt x="0" y="406273"/>
                    <a:pt x="407797" y="0"/>
                    <a:pt x="910844" y="0"/>
                  </a:cubicBezTo>
                  <a:lnTo>
                    <a:pt x="6083046" y="0"/>
                  </a:lnTo>
                  <a:cubicBezTo>
                    <a:pt x="6586093" y="0"/>
                    <a:pt x="6993890" y="406273"/>
                    <a:pt x="6993890" y="907288"/>
                  </a:cubicBezTo>
                  <a:lnTo>
                    <a:pt x="6993890" y="1296289"/>
                  </a:lnTo>
                  <a:cubicBezTo>
                    <a:pt x="6993890" y="1797431"/>
                    <a:pt x="6586093" y="2203577"/>
                    <a:pt x="6083046" y="2203577"/>
                  </a:cubicBezTo>
                  <a:lnTo>
                    <a:pt x="910844" y="2203577"/>
                  </a:lnTo>
                  <a:cubicBezTo>
                    <a:pt x="407797" y="2203704"/>
                    <a:pt x="0" y="1797431"/>
                    <a:pt x="0" y="1296289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id="35" name="Freeform 35"/>
            <p:cNvSpPr/>
            <p:nvPr/>
          </p:nvSpPr>
          <p:spPr>
            <a:xfrm>
              <a:off x="0" y="0"/>
              <a:ext cx="7006590" cy="2216277"/>
            </a:xfrm>
            <a:custGeom>
              <a:avLst/>
              <a:gdLst/>
              <a:ahLst/>
              <a:cxnLst/>
              <a:rect l="l" t="t" r="r" b="b"/>
              <a:pathLst>
                <a:path w="7006590" h="2216277">
                  <a:moveTo>
                    <a:pt x="0" y="913638"/>
                  </a:moveTo>
                  <a:cubicBezTo>
                    <a:pt x="0" y="409067"/>
                    <a:pt x="410718" y="0"/>
                    <a:pt x="917194" y="0"/>
                  </a:cubicBezTo>
                  <a:lnTo>
                    <a:pt x="6089396" y="0"/>
                  </a:lnTo>
                  <a:lnTo>
                    <a:pt x="6089396" y="6350"/>
                  </a:lnTo>
                  <a:lnTo>
                    <a:pt x="6089396" y="0"/>
                  </a:lnTo>
                  <a:cubicBezTo>
                    <a:pt x="6595999" y="0"/>
                    <a:pt x="7006590" y="409067"/>
                    <a:pt x="7006590" y="913638"/>
                  </a:cubicBezTo>
                  <a:lnTo>
                    <a:pt x="7000240" y="913638"/>
                  </a:lnTo>
                  <a:lnTo>
                    <a:pt x="7006590" y="913638"/>
                  </a:lnTo>
                  <a:lnTo>
                    <a:pt x="7006590" y="1302639"/>
                  </a:lnTo>
                  <a:lnTo>
                    <a:pt x="7000240" y="1302639"/>
                  </a:lnTo>
                  <a:lnTo>
                    <a:pt x="7006590" y="1302639"/>
                  </a:lnTo>
                  <a:cubicBezTo>
                    <a:pt x="7006590" y="1807210"/>
                    <a:pt x="6595872" y="2216277"/>
                    <a:pt x="6089396" y="2216277"/>
                  </a:cubicBezTo>
                  <a:lnTo>
                    <a:pt x="6089396" y="2209927"/>
                  </a:lnTo>
                  <a:lnTo>
                    <a:pt x="6089396" y="2216277"/>
                  </a:lnTo>
                  <a:lnTo>
                    <a:pt x="917194" y="2216277"/>
                  </a:lnTo>
                  <a:lnTo>
                    <a:pt x="917194" y="2209927"/>
                  </a:lnTo>
                  <a:lnTo>
                    <a:pt x="917194" y="2216277"/>
                  </a:lnTo>
                  <a:cubicBezTo>
                    <a:pt x="410718" y="2216404"/>
                    <a:pt x="0" y="1807337"/>
                    <a:pt x="0" y="1302639"/>
                  </a:cubicBezTo>
                  <a:lnTo>
                    <a:pt x="0" y="913638"/>
                  </a:lnTo>
                  <a:lnTo>
                    <a:pt x="6350" y="913638"/>
                  </a:lnTo>
                  <a:lnTo>
                    <a:pt x="0" y="913638"/>
                  </a:lnTo>
                  <a:moveTo>
                    <a:pt x="12700" y="913638"/>
                  </a:moveTo>
                  <a:lnTo>
                    <a:pt x="12700" y="1302639"/>
                  </a:lnTo>
                  <a:lnTo>
                    <a:pt x="6350" y="1302639"/>
                  </a:lnTo>
                  <a:lnTo>
                    <a:pt x="12700" y="1302639"/>
                  </a:lnTo>
                  <a:cubicBezTo>
                    <a:pt x="12700" y="1800225"/>
                    <a:pt x="417703" y="2203577"/>
                    <a:pt x="917194" y="2203577"/>
                  </a:cubicBezTo>
                  <a:lnTo>
                    <a:pt x="6089396" y="2203577"/>
                  </a:lnTo>
                  <a:cubicBezTo>
                    <a:pt x="6589014" y="2203577"/>
                    <a:pt x="6993890" y="1800225"/>
                    <a:pt x="6993890" y="1302639"/>
                  </a:cubicBezTo>
                  <a:lnTo>
                    <a:pt x="6993890" y="913638"/>
                  </a:lnTo>
                  <a:cubicBezTo>
                    <a:pt x="6993890" y="416052"/>
                    <a:pt x="6589014" y="12700"/>
                    <a:pt x="6089396" y="12700"/>
                  </a:cubicBezTo>
                  <a:lnTo>
                    <a:pt x="917194" y="12700"/>
                  </a:lnTo>
                  <a:lnTo>
                    <a:pt x="917194" y="6350"/>
                  </a:lnTo>
                  <a:lnTo>
                    <a:pt x="917194" y="12700"/>
                  </a:lnTo>
                  <a:cubicBezTo>
                    <a:pt x="417703" y="12700"/>
                    <a:pt x="12700" y="416052"/>
                    <a:pt x="12700" y="913638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id="36" name="TextBox 36"/>
          <p:cNvSpPr txBox="1"/>
          <p:nvPr/>
        </p:nvSpPr>
        <p:spPr>
          <a:xfrm>
            <a:off x="6814242" y="6941191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Firebase/Auth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814242" y="7487545"/>
            <a:ext cx="4659363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Authentication and secure access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12045401" y="6662442"/>
            <a:ext cx="5255123" cy="1662265"/>
            <a:chOff x="0" y="0"/>
            <a:chExt cx="7006831" cy="2216353"/>
          </a:xfrm>
        </p:grpSpPr>
        <p:sp>
          <p:nvSpPr>
            <p:cNvPr id="39" name="Freeform 39"/>
            <p:cNvSpPr/>
            <p:nvPr/>
          </p:nvSpPr>
          <p:spPr>
            <a:xfrm>
              <a:off x="6350" y="6350"/>
              <a:ext cx="6994144" cy="2203577"/>
            </a:xfrm>
            <a:custGeom>
              <a:avLst/>
              <a:gdLst/>
              <a:ahLst/>
              <a:cxnLst/>
              <a:rect l="l" t="t" r="r" b="b"/>
              <a:pathLst>
                <a:path w="6994144" h="2203577">
                  <a:moveTo>
                    <a:pt x="0" y="907288"/>
                  </a:moveTo>
                  <a:cubicBezTo>
                    <a:pt x="0" y="406273"/>
                    <a:pt x="407797" y="0"/>
                    <a:pt x="910844" y="0"/>
                  </a:cubicBezTo>
                  <a:lnTo>
                    <a:pt x="6083300" y="0"/>
                  </a:lnTo>
                  <a:cubicBezTo>
                    <a:pt x="6586347" y="0"/>
                    <a:pt x="6994144" y="406273"/>
                    <a:pt x="6994144" y="907288"/>
                  </a:cubicBezTo>
                  <a:lnTo>
                    <a:pt x="6994144" y="1296289"/>
                  </a:lnTo>
                  <a:cubicBezTo>
                    <a:pt x="6994144" y="1797431"/>
                    <a:pt x="6586347" y="2203577"/>
                    <a:pt x="6083300" y="2203577"/>
                  </a:cubicBezTo>
                  <a:lnTo>
                    <a:pt x="910844" y="2203577"/>
                  </a:lnTo>
                  <a:cubicBezTo>
                    <a:pt x="407797" y="2203704"/>
                    <a:pt x="0" y="1797431"/>
                    <a:pt x="0" y="1296289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0" y="0"/>
              <a:ext cx="7006844" cy="2216277"/>
            </a:xfrm>
            <a:custGeom>
              <a:avLst/>
              <a:gdLst/>
              <a:ahLst/>
              <a:cxnLst/>
              <a:rect l="l" t="t" r="r" b="b"/>
              <a:pathLst>
                <a:path w="7006844" h="2216277">
                  <a:moveTo>
                    <a:pt x="0" y="913638"/>
                  </a:moveTo>
                  <a:cubicBezTo>
                    <a:pt x="0" y="409067"/>
                    <a:pt x="410718" y="0"/>
                    <a:pt x="917194" y="0"/>
                  </a:cubicBezTo>
                  <a:lnTo>
                    <a:pt x="6089650" y="0"/>
                  </a:lnTo>
                  <a:lnTo>
                    <a:pt x="6089650" y="6350"/>
                  </a:lnTo>
                  <a:lnTo>
                    <a:pt x="6089650" y="0"/>
                  </a:lnTo>
                  <a:cubicBezTo>
                    <a:pt x="6596253" y="0"/>
                    <a:pt x="7006844" y="409067"/>
                    <a:pt x="7006844" y="913638"/>
                  </a:cubicBezTo>
                  <a:lnTo>
                    <a:pt x="7000494" y="913638"/>
                  </a:lnTo>
                  <a:lnTo>
                    <a:pt x="7006844" y="913638"/>
                  </a:lnTo>
                  <a:lnTo>
                    <a:pt x="7006844" y="1302639"/>
                  </a:lnTo>
                  <a:lnTo>
                    <a:pt x="7000494" y="1302639"/>
                  </a:lnTo>
                  <a:lnTo>
                    <a:pt x="7006844" y="1302639"/>
                  </a:lnTo>
                  <a:cubicBezTo>
                    <a:pt x="7006844" y="1807210"/>
                    <a:pt x="6596126" y="2216277"/>
                    <a:pt x="6089650" y="2216277"/>
                  </a:cubicBezTo>
                  <a:lnTo>
                    <a:pt x="6089650" y="2209927"/>
                  </a:lnTo>
                  <a:lnTo>
                    <a:pt x="6089650" y="2216277"/>
                  </a:lnTo>
                  <a:lnTo>
                    <a:pt x="917194" y="2216277"/>
                  </a:lnTo>
                  <a:lnTo>
                    <a:pt x="917194" y="2209927"/>
                  </a:lnTo>
                  <a:lnTo>
                    <a:pt x="917194" y="2216277"/>
                  </a:lnTo>
                  <a:cubicBezTo>
                    <a:pt x="410718" y="2216404"/>
                    <a:pt x="0" y="1807337"/>
                    <a:pt x="0" y="1302639"/>
                  </a:cubicBezTo>
                  <a:lnTo>
                    <a:pt x="0" y="913638"/>
                  </a:lnTo>
                  <a:lnTo>
                    <a:pt x="6350" y="913638"/>
                  </a:lnTo>
                  <a:lnTo>
                    <a:pt x="0" y="913638"/>
                  </a:lnTo>
                  <a:moveTo>
                    <a:pt x="12700" y="913638"/>
                  </a:moveTo>
                  <a:lnTo>
                    <a:pt x="12700" y="1302639"/>
                  </a:lnTo>
                  <a:lnTo>
                    <a:pt x="6350" y="1302639"/>
                  </a:lnTo>
                  <a:lnTo>
                    <a:pt x="12700" y="1302639"/>
                  </a:lnTo>
                  <a:cubicBezTo>
                    <a:pt x="12700" y="1800225"/>
                    <a:pt x="417703" y="2203577"/>
                    <a:pt x="917194" y="2203577"/>
                  </a:cubicBezTo>
                  <a:lnTo>
                    <a:pt x="6089650" y="2203577"/>
                  </a:lnTo>
                  <a:cubicBezTo>
                    <a:pt x="6589268" y="2203577"/>
                    <a:pt x="6994144" y="1800225"/>
                    <a:pt x="6994144" y="1302639"/>
                  </a:cubicBezTo>
                  <a:lnTo>
                    <a:pt x="6994144" y="913638"/>
                  </a:lnTo>
                  <a:cubicBezTo>
                    <a:pt x="6994144" y="416052"/>
                    <a:pt x="6589141" y="12700"/>
                    <a:pt x="6089650" y="12700"/>
                  </a:cubicBezTo>
                  <a:lnTo>
                    <a:pt x="917194" y="12700"/>
                  </a:lnTo>
                  <a:lnTo>
                    <a:pt x="917194" y="6350"/>
                  </a:lnTo>
                  <a:lnTo>
                    <a:pt x="917194" y="12700"/>
                  </a:lnTo>
                  <a:cubicBezTo>
                    <a:pt x="417703" y="12700"/>
                    <a:pt x="12700" y="416052"/>
                    <a:pt x="12700" y="913638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id="41" name="TextBox 41"/>
          <p:cNvSpPr txBox="1"/>
          <p:nvPr/>
        </p:nvSpPr>
        <p:spPr>
          <a:xfrm>
            <a:off x="12343209" y="6941191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REST API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2343209" y="7487545"/>
            <a:ext cx="4659516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System integration and data 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049015" y="9686925"/>
            <a:ext cx="2153260" cy="514350"/>
            <a:chOff x="0" y="0"/>
            <a:chExt cx="2871013" cy="685800"/>
          </a:xfrm>
        </p:grpSpPr>
        <p:sp>
          <p:nvSpPr>
            <p:cNvPr id="7" name="Freeform 7" descr="preencoded.png">
              <a:hlinkClick r:id="rId2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992238" y="767353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Core Features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1314155"/>
            <a:ext cx="9445523" cy="180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Foundation for Career Growth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73188" y="3520831"/>
            <a:ext cx="4619034" cy="2655246"/>
            <a:chOff x="0" y="0"/>
            <a:chExt cx="6158713" cy="3540328"/>
          </a:xfrm>
        </p:grpSpPr>
        <p:sp>
          <p:nvSpPr>
            <p:cNvPr id="13" name="Freeform 13"/>
            <p:cNvSpPr/>
            <p:nvPr/>
          </p:nvSpPr>
          <p:spPr>
            <a:xfrm>
              <a:off x="25400" y="25400"/>
              <a:ext cx="6107938" cy="3489452"/>
            </a:xfrm>
            <a:custGeom>
              <a:avLst/>
              <a:gdLst/>
              <a:ahLst/>
              <a:cxnLst/>
              <a:rect l="l" t="t" r="r" b="b"/>
              <a:pathLst>
                <a:path w="6107938" h="3489452">
                  <a:moveTo>
                    <a:pt x="0" y="243840"/>
                  </a:moveTo>
                  <a:cubicBezTo>
                    <a:pt x="0" y="109220"/>
                    <a:pt x="109855" y="0"/>
                    <a:pt x="245364" y="0"/>
                  </a:cubicBezTo>
                  <a:lnTo>
                    <a:pt x="5862574" y="0"/>
                  </a:lnTo>
                  <a:cubicBezTo>
                    <a:pt x="5998083" y="0"/>
                    <a:pt x="6107938" y="109220"/>
                    <a:pt x="6107938" y="243840"/>
                  </a:cubicBezTo>
                  <a:lnTo>
                    <a:pt x="6107938" y="3245612"/>
                  </a:lnTo>
                  <a:cubicBezTo>
                    <a:pt x="6107938" y="3380232"/>
                    <a:pt x="5998083" y="3489452"/>
                    <a:pt x="5862574" y="3489452"/>
                  </a:cubicBezTo>
                  <a:lnTo>
                    <a:pt x="245364" y="3489452"/>
                  </a:lnTo>
                  <a:cubicBezTo>
                    <a:pt x="109855" y="3489452"/>
                    <a:pt x="0" y="3380232"/>
                    <a:pt x="0" y="32456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0" y="0"/>
              <a:ext cx="6158738" cy="3540252"/>
            </a:xfrm>
            <a:custGeom>
              <a:avLst/>
              <a:gdLst/>
              <a:ahLst/>
              <a:cxnLst/>
              <a:rect l="l" t="t" r="r" b="b"/>
              <a:pathLst>
                <a:path w="6158738" h="3540252">
                  <a:moveTo>
                    <a:pt x="0" y="269240"/>
                  </a:moveTo>
                  <a:cubicBezTo>
                    <a:pt x="0" y="120396"/>
                    <a:pt x="121412" y="0"/>
                    <a:pt x="270764" y="0"/>
                  </a:cubicBezTo>
                  <a:lnTo>
                    <a:pt x="5887974" y="0"/>
                  </a:lnTo>
                  <a:lnTo>
                    <a:pt x="5887974" y="25400"/>
                  </a:lnTo>
                  <a:lnTo>
                    <a:pt x="5887974" y="0"/>
                  </a:lnTo>
                  <a:cubicBezTo>
                    <a:pt x="6037326" y="0"/>
                    <a:pt x="6158738" y="120396"/>
                    <a:pt x="6158738" y="269240"/>
                  </a:cubicBezTo>
                  <a:lnTo>
                    <a:pt x="6133338" y="269240"/>
                  </a:lnTo>
                  <a:lnTo>
                    <a:pt x="6158738" y="269240"/>
                  </a:lnTo>
                  <a:lnTo>
                    <a:pt x="6158738" y="3271012"/>
                  </a:lnTo>
                  <a:lnTo>
                    <a:pt x="6133338" y="3271012"/>
                  </a:lnTo>
                  <a:lnTo>
                    <a:pt x="6158738" y="3271012"/>
                  </a:lnTo>
                  <a:cubicBezTo>
                    <a:pt x="6158738" y="3419856"/>
                    <a:pt x="6037326" y="3540252"/>
                    <a:pt x="5887974" y="3540252"/>
                  </a:cubicBezTo>
                  <a:lnTo>
                    <a:pt x="5887974" y="3514852"/>
                  </a:lnTo>
                  <a:lnTo>
                    <a:pt x="5887974" y="3540252"/>
                  </a:lnTo>
                  <a:lnTo>
                    <a:pt x="270764" y="3540252"/>
                  </a:lnTo>
                  <a:lnTo>
                    <a:pt x="270764" y="3514852"/>
                  </a:lnTo>
                  <a:lnTo>
                    <a:pt x="270764" y="3540252"/>
                  </a:lnTo>
                  <a:cubicBezTo>
                    <a:pt x="121412" y="3540379"/>
                    <a:pt x="0" y="3419983"/>
                    <a:pt x="0" y="3271012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271012"/>
                  </a:lnTo>
                  <a:lnTo>
                    <a:pt x="25400" y="3271012"/>
                  </a:lnTo>
                  <a:lnTo>
                    <a:pt x="50800" y="3271012"/>
                  </a:lnTo>
                  <a:cubicBezTo>
                    <a:pt x="50800" y="3391535"/>
                    <a:pt x="149098" y="3489452"/>
                    <a:pt x="270764" y="3489452"/>
                  </a:cubicBezTo>
                  <a:lnTo>
                    <a:pt x="5887974" y="3489452"/>
                  </a:lnTo>
                  <a:cubicBezTo>
                    <a:pt x="6009640" y="3489452"/>
                    <a:pt x="6107938" y="3391535"/>
                    <a:pt x="6107938" y="3271012"/>
                  </a:cubicBezTo>
                  <a:lnTo>
                    <a:pt x="6107938" y="269240"/>
                  </a:lnTo>
                  <a:cubicBezTo>
                    <a:pt x="6107938" y="148717"/>
                    <a:pt x="6009640" y="50800"/>
                    <a:pt x="5887974" y="50800"/>
                  </a:cubicBezTo>
                  <a:lnTo>
                    <a:pt x="270764" y="50800"/>
                  </a:lnTo>
                  <a:lnTo>
                    <a:pt x="270764" y="25400"/>
                  </a:lnTo>
                  <a:lnTo>
                    <a:pt x="270764" y="50800"/>
                  </a:lnTo>
                  <a:cubicBezTo>
                    <a:pt x="149098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954138" y="3539881"/>
            <a:ext cx="152400" cy="2617146"/>
            <a:chOff x="0" y="0"/>
            <a:chExt cx="203200" cy="348952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03200" cy="3489579"/>
            </a:xfrm>
            <a:custGeom>
              <a:avLst/>
              <a:gdLst/>
              <a:ahLst/>
              <a:cxnLst/>
              <a:rect l="l" t="t" r="r" b="b"/>
              <a:pathLst>
                <a:path w="203200" h="3489579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3387979"/>
                  </a:lnTo>
                  <a:cubicBezTo>
                    <a:pt x="203200" y="3444113"/>
                    <a:pt x="157734" y="3489579"/>
                    <a:pt x="101600" y="3489579"/>
                  </a:cubicBezTo>
                  <a:cubicBezTo>
                    <a:pt x="45466" y="3489579"/>
                    <a:pt x="0" y="3444113"/>
                    <a:pt x="0" y="3387979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1428159" y="3842442"/>
            <a:ext cx="3642865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Smart Profile System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28159" y="4388796"/>
            <a:ext cx="3823392" cy="144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Manage education, skills, achievements, and career goals in one place.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5837634" y="3520831"/>
            <a:ext cx="4619177" cy="2655246"/>
            <a:chOff x="0" y="0"/>
            <a:chExt cx="6158903" cy="3540328"/>
          </a:xfrm>
        </p:grpSpPr>
        <p:sp>
          <p:nvSpPr>
            <p:cNvPr id="20" name="Freeform 20"/>
            <p:cNvSpPr/>
            <p:nvPr/>
          </p:nvSpPr>
          <p:spPr>
            <a:xfrm>
              <a:off x="25400" y="25400"/>
              <a:ext cx="6108065" cy="3489452"/>
            </a:xfrm>
            <a:custGeom>
              <a:avLst/>
              <a:gdLst/>
              <a:ahLst/>
              <a:cxnLst/>
              <a:rect l="l" t="t" r="r" b="b"/>
              <a:pathLst>
                <a:path w="6108065" h="3489452">
                  <a:moveTo>
                    <a:pt x="0" y="243840"/>
                  </a:moveTo>
                  <a:cubicBezTo>
                    <a:pt x="0" y="109220"/>
                    <a:pt x="109855" y="0"/>
                    <a:pt x="245364" y="0"/>
                  </a:cubicBezTo>
                  <a:lnTo>
                    <a:pt x="5862701" y="0"/>
                  </a:lnTo>
                  <a:cubicBezTo>
                    <a:pt x="5998210" y="0"/>
                    <a:pt x="6108065" y="109220"/>
                    <a:pt x="6108065" y="243840"/>
                  </a:cubicBezTo>
                  <a:lnTo>
                    <a:pt x="6108065" y="3245612"/>
                  </a:lnTo>
                  <a:cubicBezTo>
                    <a:pt x="6108065" y="3380232"/>
                    <a:pt x="5998210" y="3489452"/>
                    <a:pt x="5862701" y="3489452"/>
                  </a:cubicBezTo>
                  <a:lnTo>
                    <a:pt x="245364" y="3489452"/>
                  </a:lnTo>
                  <a:cubicBezTo>
                    <a:pt x="109855" y="3489452"/>
                    <a:pt x="0" y="3380232"/>
                    <a:pt x="0" y="32456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6158865" cy="3540252"/>
            </a:xfrm>
            <a:custGeom>
              <a:avLst/>
              <a:gdLst/>
              <a:ahLst/>
              <a:cxnLst/>
              <a:rect l="l" t="t" r="r" b="b"/>
              <a:pathLst>
                <a:path w="6158865" h="3540252">
                  <a:moveTo>
                    <a:pt x="0" y="269240"/>
                  </a:moveTo>
                  <a:cubicBezTo>
                    <a:pt x="0" y="120396"/>
                    <a:pt x="121412" y="0"/>
                    <a:pt x="270764" y="0"/>
                  </a:cubicBezTo>
                  <a:lnTo>
                    <a:pt x="5888101" y="0"/>
                  </a:lnTo>
                  <a:lnTo>
                    <a:pt x="5888101" y="25400"/>
                  </a:lnTo>
                  <a:lnTo>
                    <a:pt x="5888101" y="0"/>
                  </a:lnTo>
                  <a:cubicBezTo>
                    <a:pt x="6037453" y="0"/>
                    <a:pt x="6158865" y="120396"/>
                    <a:pt x="6158865" y="269240"/>
                  </a:cubicBezTo>
                  <a:lnTo>
                    <a:pt x="6133465" y="269240"/>
                  </a:lnTo>
                  <a:lnTo>
                    <a:pt x="6158865" y="269240"/>
                  </a:lnTo>
                  <a:lnTo>
                    <a:pt x="6158865" y="3271012"/>
                  </a:lnTo>
                  <a:lnTo>
                    <a:pt x="6133465" y="3271012"/>
                  </a:lnTo>
                  <a:lnTo>
                    <a:pt x="6158865" y="3271012"/>
                  </a:lnTo>
                  <a:cubicBezTo>
                    <a:pt x="6158865" y="3419856"/>
                    <a:pt x="6037453" y="3540252"/>
                    <a:pt x="5888101" y="3540252"/>
                  </a:cubicBezTo>
                  <a:lnTo>
                    <a:pt x="5888101" y="3514852"/>
                  </a:lnTo>
                  <a:lnTo>
                    <a:pt x="5888101" y="3540252"/>
                  </a:lnTo>
                  <a:lnTo>
                    <a:pt x="270764" y="3540252"/>
                  </a:lnTo>
                  <a:lnTo>
                    <a:pt x="270764" y="3514852"/>
                  </a:lnTo>
                  <a:lnTo>
                    <a:pt x="270764" y="3540252"/>
                  </a:lnTo>
                  <a:cubicBezTo>
                    <a:pt x="121412" y="3540379"/>
                    <a:pt x="0" y="3419983"/>
                    <a:pt x="0" y="3271012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271012"/>
                  </a:lnTo>
                  <a:lnTo>
                    <a:pt x="25400" y="3271012"/>
                  </a:lnTo>
                  <a:lnTo>
                    <a:pt x="50800" y="3271012"/>
                  </a:lnTo>
                  <a:cubicBezTo>
                    <a:pt x="50800" y="3391535"/>
                    <a:pt x="149098" y="3489452"/>
                    <a:pt x="270764" y="3489452"/>
                  </a:cubicBezTo>
                  <a:lnTo>
                    <a:pt x="5888101" y="3489452"/>
                  </a:lnTo>
                  <a:cubicBezTo>
                    <a:pt x="6009767" y="3489452"/>
                    <a:pt x="6108065" y="3391535"/>
                    <a:pt x="6108065" y="3271012"/>
                  </a:cubicBezTo>
                  <a:lnTo>
                    <a:pt x="6108065" y="269240"/>
                  </a:lnTo>
                  <a:cubicBezTo>
                    <a:pt x="6108065" y="148717"/>
                    <a:pt x="6009767" y="50800"/>
                    <a:pt x="5888101" y="50800"/>
                  </a:cubicBezTo>
                  <a:lnTo>
                    <a:pt x="270764" y="50800"/>
                  </a:lnTo>
                  <a:lnTo>
                    <a:pt x="270764" y="25400"/>
                  </a:lnTo>
                  <a:lnTo>
                    <a:pt x="270764" y="50800"/>
                  </a:lnTo>
                  <a:cubicBezTo>
                    <a:pt x="149098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5818584" y="3539881"/>
            <a:ext cx="152400" cy="2617146"/>
            <a:chOff x="0" y="0"/>
            <a:chExt cx="203200" cy="348952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03200" cy="3489579"/>
            </a:xfrm>
            <a:custGeom>
              <a:avLst/>
              <a:gdLst/>
              <a:ahLst/>
              <a:cxnLst/>
              <a:rect l="l" t="t" r="r" b="b"/>
              <a:pathLst>
                <a:path w="203200" h="3489579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3387979"/>
                  </a:lnTo>
                  <a:cubicBezTo>
                    <a:pt x="203200" y="3444113"/>
                    <a:pt x="157734" y="3489579"/>
                    <a:pt x="101600" y="3489579"/>
                  </a:cubicBezTo>
                  <a:cubicBezTo>
                    <a:pt x="45466" y="3489579"/>
                    <a:pt x="0" y="3444113"/>
                    <a:pt x="0" y="3387979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6292606" y="3842442"/>
            <a:ext cx="3590334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AI Skill Gap Analyzer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292606" y="4388796"/>
            <a:ext cx="3823545" cy="144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Detect missing and weak skills so users know exactly what to improve.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973188" y="6421488"/>
            <a:ext cx="4619034" cy="3098159"/>
            <a:chOff x="0" y="0"/>
            <a:chExt cx="6158713" cy="4130878"/>
          </a:xfrm>
        </p:grpSpPr>
        <p:sp>
          <p:nvSpPr>
            <p:cNvPr id="27" name="Freeform 27"/>
            <p:cNvSpPr/>
            <p:nvPr/>
          </p:nvSpPr>
          <p:spPr>
            <a:xfrm>
              <a:off x="25400" y="25400"/>
              <a:ext cx="6107938" cy="4080129"/>
            </a:xfrm>
            <a:custGeom>
              <a:avLst/>
              <a:gdLst/>
              <a:ahLst/>
              <a:cxnLst/>
              <a:rect l="l" t="t" r="r" b="b"/>
              <a:pathLst>
                <a:path w="6107938" h="4080129">
                  <a:moveTo>
                    <a:pt x="0" y="243840"/>
                  </a:moveTo>
                  <a:cubicBezTo>
                    <a:pt x="0" y="109220"/>
                    <a:pt x="109601" y="0"/>
                    <a:pt x="244856" y="0"/>
                  </a:cubicBezTo>
                  <a:lnTo>
                    <a:pt x="5863082" y="0"/>
                  </a:lnTo>
                  <a:cubicBezTo>
                    <a:pt x="5998337" y="0"/>
                    <a:pt x="6107938" y="109220"/>
                    <a:pt x="6107938" y="243840"/>
                  </a:cubicBezTo>
                  <a:lnTo>
                    <a:pt x="6107938" y="3836289"/>
                  </a:lnTo>
                  <a:cubicBezTo>
                    <a:pt x="6107938" y="3970909"/>
                    <a:pt x="5998337" y="4080129"/>
                    <a:pt x="5863082" y="4080129"/>
                  </a:cubicBezTo>
                  <a:lnTo>
                    <a:pt x="244856" y="4080129"/>
                  </a:lnTo>
                  <a:cubicBezTo>
                    <a:pt x="109601" y="4080129"/>
                    <a:pt x="0" y="3970909"/>
                    <a:pt x="0" y="383628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0" y="0"/>
              <a:ext cx="6158738" cy="4130929"/>
            </a:xfrm>
            <a:custGeom>
              <a:avLst/>
              <a:gdLst/>
              <a:ahLst/>
              <a:cxnLst/>
              <a:rect l="l" t="t" r="r" b="b"/>
              <a:pathLst>
                <a:path w="6158738" h="4130929">
                  <a:moveTo>
                    <a:pt x="0" y="269240"/>
                  </a:moveTo>
                  <a:cubicBezTo>
                    <a:pt x="0" y="120396"/>
                    <a:pt x="121031" y="0"/>
                    <a:pt x="270256" y="0"/>
                  </a:cubicBezTo>
                  <a:lnTo>
                    <a:pt x="5888482" y="0"/>
                  </a:lnTo>
                  <a:lnTo>
                    <a:pt x="5888482" y="25400"/>
                  </a:lnTo>
                  <a:lnTo>
                    <a:pt x="5888482" y="0"/>
                  </a:lnTo>
                  <a:cubicBezTo>
                    <a:pt x="6037580" y="0"/>
                    <a:pt x="6158738" y="120396"/>
                    <a:pt x="6158738" y="269240"/>
                  </a:cubicBezTo>
                  <a:lnTo>
                    <a:pt x="6133338" y="269240"/>
                  </a:lnTo>
                  <a:lnTo>
                    <a:pt x="6158738" y="269240"/>
                  </a:lnTo>
                  <a:lnTo>
                    <a:pt x="6158738" y="3861689"/>
                  </a:lnTo>
                  <a:lnTo>
                    <a:pt x="6133338" y="3861689"/>
                  </a:lnTo>
                  <a:lnTo>
                    <a:pt x="6158738" y="3861689"/>
                  </a:lnTo>
                  <a:cubicBezTo>
                    <a:pt x="6158738" y="4010533"/>
                    <a:pt x="6037707" y="4130929"/>
                    <a:pt x="5888482" y="4130929"/>
                  </a:cubicBezTo>
                  <a:lnTo>
                    <a:pt x="5888482" y="4105529"/>
                  </a:lnTo>
                  <a:lnTo>
                    <a:pt x="5888482" y="4130929"/>
                  </a:lnTo>
                  <a:lnTo>
                    <a:pt x="270256" y="4130929"/>
                  </a:lnTo>
                  <a:lnTo>
                    <a:pt x="270256" y="4105529"/>
                  </a:lnTo>
                  <a:lnTo>
                    <a:pt x="270256" y="4130929"/>
                  </a:lnTo>
                  <a:cubicBezTo>
                    <a:pt x="121031" y="4130929"/>
                    <a:pt x="0" y="4010406"/>
                    <a:pt x="0" y="3861689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861689"/>
                  </a:lnTo>
                  <a:lnTo>
                    <a:pt x="25400" y="3861689"/>
                  </a:lnTo>
                  <a:lnTo>
                    <a:pt x="50800" y="3861689"/>
                  </a:lnTo>
                  <a:cubicBezTo>
                    <a:pt x="50800" y="3982212"/>
                    <a:pt x="148971" y="4080129"/>
                    <a:pt x="270256" y="4080129"/>
                  </a:cubicBezTo>
                  <a:lnTo>
                    <a:pt x="5888482" y="4080129"/>
                  </a:lnTo>
                  <a:cubicBezTo>
                    <a:pt x="6009767" y="4080129"/>
                    <a:pt x="6107938" y="3982212"/>
                    <a:pt x="6107938" y="3861689"/>
                  </a:cubicBezTo>
                  <a:lnTo>
                    <a:pt x="6107938" y="269240"/>
                  </a:lnTo>
                  <a:cubicBezTo>
                    <a:pt x="6107938" y="148717"/>
                    <a:pt x="6009767" y="50800"/>
                    <a:pt x="5888482" y="50800"/>
                  </a:cubicBezTo>
                  <a:lnTo>
                    <a:pt x="270256" y="50800"/>
                  </a:lnTo>
                  <a:lnTo>
                    <a:pt x="270256" y="25400"/>
                  </a:lnTo>
                  <a:lnTo>
                    <a:pt x="270256" y="50800"/>
                  </a:lnTo>
                  <a:cubicBezTo>
                    <a:pt x="148971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954138" y="6440538"/>
            <a:ext cx="152400" cy="3060059"/>
            <a:chOff x="0" y="0"/>
            <a:chExt cx="203200" cy="408007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03200" cy="4080129"/>
            </a:xfrm>
            <a:custGeom>
              <a:avLst/>
              <a:gdLst/>
              <a:ahLst/>
              <a:cxnLst/>
              <a:rect l="l" t="t" r="r" b="b"/>
              <a:pathLst>
                <a:path w="203200" h="4080129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3978529"/>
                  </a:lnTo>
                  <a:cubicBezTo>
                    <a:pt x="203200" y="4034663"/>
                    <a:pt x="157734" y="4080129"/>
                    <a:pt x="101600" y="4080129"/>
                  </a:cubicBezTo>
                  <a:cubicBezTo>
                    <a:pt x="45466" y="4080129"/>
                    <a:pt x="0" y="4034663"/>
                    <a:pt x="0" y="3978529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31" name="TextBox 31"/>
          <p:cNvSpPr txBox="1"/>
          <p:nvPr/>
        </p:nvSpPr>
        <p:spPr>
          <a:xfrm>
            <a:off x="1428159" y="6743109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Career Path Planner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28159" y="7289454"/>
            <a:ext cx="3823392" cy="144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Show a clear roadmap toward a target role with guided next steps.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5837634" y="6421488"/>
            <a:ext cx="4619177" cy="3098159"/>
            <a:chOff x="0" y="0"/>
            <a:chExt cx="6158903" cy="4130878"/>
          </a:xfrm>
        </p:grpSpPr>
        <p:sp>
          <p:nvSpPr>
            <p:cNvPr id="34" name="Freeform 34"/>
            <p:cNvSpPr/>
            <p:nvPr/>
          </p:nvSpPr>
          <p:spPr>
            <a:xfrm>
              <a:off x="25400" y="25400"/>
              <a:ext cx="6108192" cy="4080129"/>
            </a:xfrm>
            <a:custGeom>
              <a:avLst/>
              <a:gdLst/>
              <a:ahLst/>
              <a:cxnLst/>
              <a:rect l="l" t="t" r="r" b="b"/>
              <a:pathLst>
                <a:path w="6108192" h="4080129">
                  <a:moveTo>
                    <a:pt x="0" y="243840"/>
                  </a:moveTo>
                  <a:cubicBezTo>
                    <a:pt x="0" y="109220"/>
                    <a:pt x="109601" y="0"/>
                    <a:pt x="244856" y="0"/>
                  </a:cubicBezTo>
                  <a:lnTo>
                    <a:pt x="5863336" y="0"/>
                  </a:lnTo>
                  <a:cubicBezTo>
                    <a:pt x="5998591" y="0"/>
                    <a:pt x="6108192" y="109220"/>
                    <a:pt x="6108192" y="243840"/>
                  </a:cubicBezTo>
                  <a:lnTo>
                    <a:pt x="6108192" y="3836289"/>
                  </a:lnTo>
                  <a:cubicBezTo>
                    <a:pt x="6108192" y="3970909"/>
                    <a:pt x="5998591" y="4080129"/>
                    <a:pt x="5863336" y="4080129"/>
                  </a:cubicBezTo>
                  <a:lnTo>
                    <a:pt x="244856" y="4080129"/>
                  </a:lnTo>
                  <a:cubicBezTo>
                    <a:pt x="109601" y="4080129"/>
                    <a:pt x="0" y="3970909"/>
                    <a:pt x="0" y="383628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5" name="Freeform 35"/>
            <p:cNvSpPr/>
            <p:nvPr/>
          </p:nvSpPr>
          <p:spPr>
            <a:xfrm>
              <a:off x="0" y="0"/>
              <a:ext cx="6158992" cy="4130929"/>
            </a:xfrm>
            <a:custGeom>
              <a:avLst/>
              <a:gdLst/>
              <a:ahLst/>
              <a:cxnLst/>
              <a:rect l="l" t="t" r="r" b="b"/>
              <a:pathLst>
                <a:path w="6158992" h="4130929">
                  <a:moveTo>
                    <a:pt x="0" y="269240"/>
                  </a:moveTo>
                  <a:cubicBezTo>
                    <a:pt x="0" y="120396"/>
                    <a:pt x="121031" y="0"/>
                    <a:pt x="270256" y="0"/>
                  </a:cubicBezTo>
                  <a:lnTo>
                    <a:pt x="5888736" y="0"/>
                  </a:lnTo>
                  <a:lnTo>
                    <a:pt x="5888736" y="25400"/>
                  </a:lnTo>
                  <a:lnTo>
                    <a:pt x="5888736" y="0"/>
                  </a:lnTo>
                  <a:cubicBezTo>
                    <a:pt x="6037834" y="0"/>
                    <a:pt x="6158992" y="120396"/>
                    <a:pt x="6158992" y="269240"/>
                  </a:cubicBezTo>
                  <a:lnTo>
                    <a:pt x="6133592" y="269240"/>
                  </a:lnTo>
                  <a:lnTo>
                    <a:pt x="6158992" y="269240"/>
                  </a:lnTo>
                  <a:lnTo>
                    <a:pt x="6158992" y="3861689"/>
                  </a:lnTo>
                  <a:lnTo>
                    <a:pt x="6133592" y="3861689"/>
                  </a:lnTo>
                  <a:lnTo>
                    <a:pt x="6158992" y="3861689"/>
                  </a:lnTo>
                  <a:cubicBezTo>
                    <a:pt x="6158992" y="4010533"/>
                    <a:pt x="6037961" y="4130929"/>
                    <a:pt x="5888736" y="4130929"/>
                  </a:cubicBezTo>
                  <a:lnTo>
                    <a:pt x="5888736" y="4105529"/>
                  </a:lnTo>
                  <a:lnTo>
                    <a:pt x="5888736" y="4130929"/>
                  </a:lnTo>
                  <a:lnTo>
                    <a:pt x="270256" y="4130929"/>
                  </a:lnTo>
                  <a:lnTo>
                    <a:pt x="270256" y="4105529"/>
                  </a:lnTo>
                  <a:lnTo>
                    <a:pt x="270256" y="4130929"/>
                  </a:lnTo>
                  <a:cubicBezTo>
                    <a:pt x="121031" y="4130929"/>
                    <a:pt x="0" y="4010406"/>
                    <a:pt x="0" y="3861689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861689"/>
                  </a:lnTo>
                  <a:lnTo>
                    <a:pt x="25400" y="3861689"/>
                  </a:lnTo>
                  <a:lnTo>
                    <a:pt x="50800" y="3861689"/>
                  </a:lnTo>
                  <a:cubicBezTo>
                    <a:pt x="50800" y="3982212"/>
                    <a:pt x="148971" y="4080129"/>
                    <a:pt x="270256" y="4080129"/>
                  </a:cubicBezTo>
                  <a:lnTo>
                    <a:pt x="5888736" y="4080129"/>
                  </a:lnTo>
                  <a:cubicBezTo>
                    <a:pt x="6010021" y="4080129"/>
                    <a:pt x="6108192" y="3982212"/>
                    <a:pt x="6108192" y="3861689"/>
                  </a:cubicBezTo>
                  <a:lnTo>
                    <a:pt x="6108192" y="269240"/>
                  </a:lnTo>
                  <a:cubicBezTo>
                    <a:pt x="6108192" y="148717"/>
                    <a:pt x="6010021" y="50800"/>
                    <a:pt x="5888736" y="50800"/>
                  </a:cubicBezTo>
                  <a:lnTo>
                    <a:pt x="270256" y="50800"/>
                  </a:lnTo>
                  <a:lnTo>
                    <a:pt x="270256" y="25400"/>
                  </a:lnTo>
                  <a:lnTo>
                    <a:pt x="270256" y="50800"/>
                  </a:lnTo>
                  <a:cubicBezTo>
                    <a:pt x="148971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5818584" y="6440538"/>
            <a:ext cx="152400" cy="3060059"/>
            <a:chOff x="0" y="0"/>
            <a:chExt cx="203200" cy="408007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03200" cy="4080129"/>
            </a:xfrm>
            <a:custGeom>
              <a:avLst/>
              <a:gdLst/>
              <a:ahLst/>
              <a:cxnLst/>
              <a:rect l="l" t="t" r="r" b="b"/>
              <a:pathLst>
                <a:path w="203200" h="4080129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3978529"/>
                  </a:lnTo>
                  <a:cubicBezTo>
                    <a:pt x="203200" y="4034663"/>
                    <a:pt x="157734" y="4080129"/>
                    <a:pt x="101600" y="4080129"/>
                  </a:cubicBezTo>
                  <a:cubicBezTo>
                    <a:pt x="45466" y="4080129"/>
                    <a:pt x="0" y="4034663"/>
                    <a:pt x="0" y="3978529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38" name="TextBox 38"/>
          <p:cNvSpPr txBox="1"/>
          <p:nvPr/>
        </p:nvSpPr>
        <p:spPr>
          <a:xfrm>
            <a:off x="6292606" y="6743109"/>
            <a:ext cx="3823545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Performance Tracking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292606" y="7732366"/>
            <a:ext cx="3823545" cy="144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Monitor learning progress and keep growth visible over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7773886" y="973188"/>
            <a:ext cx="3271542" cy="418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Learning Features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73886" y="1459554"/>
            <a:ext cx="9598228" cy="1664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37"/>
              </a:lnSpc>
            </a:pPr>
            <a:r>
              <a:rPr lang="en-US" sz="5125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Make Improvement Social and Personalized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030766" y="3873703"/>
            <a:ext cx="271167" cy="1499292"/>
            <a:chOff x="0" y="0"/>
            <a:chExt cx="361556" cy="1999056"/>
          </a:xfrm>
        </p:grpSpPr>
        <p:sp>
          <p:nvSpPr>
            <p:cNvPr id="11" name="Freeform 11"/>
            <p:cNvSpPr/>
            <p:nvPr/>
          </p:nvSpPr>
          <p:spPr>
            <a:xfrm>
              <a:off x="6350" y="6350"/>
              <a:ext cx="348869" cy="1986280"/>
            </a:xfrm>
            <a:custGeom>
              <a:avLst/>
              <a:gdLst/>
              <a:ahLst/>
              <a:cxnLst/>
              <a:rect l="l" t="t" r="r" b="b"/>
              <a:pathLst>
                <a:path w="348869" h="1986280">
                  <a:moveTo>
                    <a:pt x="0" y="150876"/>
                  </a:moveTo>
                  <a:cubicBezTo>
                    <a:pt x="0" y="67564"/>
                    <a:pt x="65659" y="0"/>
                    <a:pt x="146558" y="0"/>
                  </a:cubicBezTo>
                  <a:lnTo>
                    <a:pt x="202311" y="0"/>
                  </a:lnTo>
                  <a:cubicBezTo>
                    <a:pt x="283210" y="0"/>
                    <a:pt x="348869" y="67564"/>
                    <a:pt x="348869" y="150876"/>
                  </a:cubicBezTo>
                  <a:lnTo>
                    <a:pt x="348869" y="1835404"/>
                  </a:lnTo>
                  <a:cubicBezTo>
                    <a:pt x="348869" y="1918716"/>
                    <a:pt x="283210" y="1986280"/>
                    <a:pt x="202311" y="1986280"/>
                  </a:cubicBezTo>
                  <a:lnTo>
                    <a:pt x="146558" y="1986280"/>
                  </a:lnTo>
                  <a:cubicBezTo>
                    <a:pt x="65659" y="1986407"/>
                    <a:pt x="0" y="1918843"/>
                    <a:pt x="0" y="1835404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0" y="0"/>
              <a:ext cx="361569" cy="1998980"/>
            </a:xfrm>
            <a:custGeom>
              <a:avLst/>
              <a:gdLst/>
              <a:ahLst/>
              <a:cxnLst/>
              <a:rect l="l" t="t" r="r" b="b"/>
              <a:pathLst>
                <a:path w="361569" h="1998980">
                  <a:moveTo>
                    <a:pt x="0" y="157226"/>
                  </a:moveTo>
                  <a:cubicBezTo>
                    <a:pt x="0" y="70612"/>
                    <a:pt x="68326" y="0"/>
                    <a:pt x="152908" y="0"/>
                  </a:cubicBezTo>
                  <a:lnTo>
                    <a:pt x="208661" y="0"/>
                  </a:lnTo>
                  <a:lnTo>
                    <a:pt x="208661" y="6350"/>
                  </a:lnTo>
                  <a:lnTo>
                    <a:pt x="208661" y="0"/>
                  </a:lnTo>
                  <a:lnTo>
                    <a:pt x="208661" y="6350"/>
                  </a:lnTo>
                  <a:lnTo>
                    <a:pt x="208661" y="0"/>
                  </a:lnTo>
                  <a:cubicBezTo>
                    <a:pt x="293243" y="0"/>
                    <a:pt x="361569" y="70612"/>
                    <a:pt x="361569" y="157226"/>
                  </a:cubicBezTo>
                  <a:lnTo>
                    <a:pt x="361569" y="1841754"/>
                  </a:lnTo>
                  <a:lnTo>
                    <a:pt x="355219" y="1841754"/>
                  </a:lnTo>
                  <a:lnTo>
                    <a:pt x="361569" y="1841754"/>
                  </a:lnTo>
                  <a:cubicBezTo>
                    <a:pt x="361569" y="1928495"/>
                    <a:pt x="293243" y="1998980"/>
                    <a:pt x="208661" y="1998980"/>
                  </a:cubicBezTo>
                  <a:lnTo>
                    <a:pt x="208661" y="1992630"/>
                  </a:lnTo>
                  <a:lnTo>
                    <a:pt x="208661" y="1998980"/>
                  </a:lnTo>
                  <a:lnTo>
                    <a:pt x="152908" y="1998980"/>
                  </a:lnTo>
                  <a:lnTo>
                    <a:pt x="152908" y="1992630"/>
                  </a:lnTo>
                  <a:lnTo>
                    <a:pt x="152908" y="1998980"/>
                  </a:lnTo>
                  <a:cubicBezTo>
                    <a:pt x="68326" y="1999107"/>
                    <a:pt x="0" y="1928495"/>
                    <a:pt x="0" y="1841754"/>
                  </a:cubicBezTo>
                  <a:lnTo>
                    <a:pt x="0" y="157226"/>
                  </a:lnTo>
                  <a:lnTo>
                    <a:pt x="6350" y="157226"/>
                  </a:lnTo>
                  <a:lnTo>
                    <a:pt x="0" y="157226"/>
                  </a:lnTo>
                  <a:moveTo>
                    <a:pt x="12700" y="157226"/>
                  </a:moveTo>
                  <a:lnTo>
                    <a:pt x="12700" y="1841754"/>
                  </a:lnTo>
                  <a:lnTo>
                    <a:pt x="6350" y="1841754"/>
                  </a:lnTo>
                  <a:lnTo>
                    <a:pt x="12700" y="1841754"/>
                  </a:lnTo>
                  <a:cubicBezTo>
                    <a:pt x="12700" y="1921764"/>
                    <a:pt x="75692" y="1986280"/>
                    <a:pt x="152908" y="1986280"/>
                  </a:cubicBezTo>
                  <a:lnTo>
                    <a:pt x="208661" y="1986280"/>
                  </a:lnTo>
                  <a:cubicBezTo>
                    <a:pt x="285877" y="1986280"/>
                    <a:pt x="348869" y="1921764"/>
                    <a:pt x="348869" y="1841754"/>
                  </a:cubicBezTo>
                  <a:lnTo>
                    <a:pt x="348869" y="157226"/>
                  </a:lnTo>
                  <a:lnTo>
                    <a:pt x="355219" y="157226"/>
                  </a:lnTo>
                  <a:lnTo>
                    <a:pt x="348869" y="157226"/>
                  </a:lnTo>
                  <a:cubicBezTo>
                    <a:pt x="348869" y="77216"/>
                    <a:pt x="285877" y="12700"/>
                    <a:pt x="208661" y="12700"/>
                  </a:cubicBezTo>
                  <a:lnTo>
                    <a:pt x="152908" y="12700"/>
                  </a:lnTo>
                  <a:lnTo>
                    <a:pt x="152908" y="6350"/>
                  </a:lnTo>
                  <a:lnTo>
                    <a:pt x="152908" y="12700"/>
                  </a:lnTo>
                  <a:cubicBezTo>
                    <a:pt x="75692" y="12700"/>
                    <a:pt x="12700" y="77216"/>
                    <a:pt x="12700" y="157226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7769123" y="3701948"/>
            <a:ext cx="794595" cy="794595"/>
            <a:chOff x="0" y="0"/>
            <a:chExt cx="1059459" cy="1059459"/>
          </a:xfrm>
        </p:grpSpPr>
        <p:sp>
          <p:nvSpPr>
            <p:cNvPr id="14" name="Freeform 14"/>
            <p:cNvSpPr/>
            <p:nvPr/>
          </p:nvSpPr>
          <p:spPr>
            <a:xfrm>
              <a:off x="6350" y="6350"/>
              <a:ext cx="1046734" cy="1046734"/>
            </a:xfrm>
            <a:custGeom>
              <a:avLst/>
              <a:gdLst/>
              <a:ahLst/>
              <a:cxnLst/>
              <a:rect l="l" t="t" r="r" b="b"/>
              <a:pathLst>
                <a:path w="1046734" h="1046734">
                  <a:moveTo>
                    <a:pt x="0" y="523367"/>
                  </a:moveTo>
                  <a:cubicBezTo>
                    <a:pt x="0" y="234315"/>
                    <a:pt x="234315" y="0"/>
                    <a:pt x="523367" y="0"/>
                  </a:cubicBezTo>
                  <a:cubicBezTo>
                    <a:pt x="812419" y="0"/>
                    <a:pt x="1046734" y="234315"/>
                    <a:pt x="1046734" y="523367"/>
                  </a:cubicBezTo>
                  <a:cubicBezTo>
                    <a:pt x="1046734" y="812419"/>
                    <a:pt x="812419" y="1046734"/>
                    <a:pt x="523367" y="1046734"/>
                  </a:cubicBezTo>
                  <a:cubicBezTo>
                    <a:pt x="234315" y="1046734"/>
                    <a:pt x="0" y="812419"/>
                    <a:pt x="0" y="523367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1059434" cy="1059434"/>
            </a:xfrm>
            <a:custGeom>
              <a:avLst/>
              <a:gdLst/>
              <a:ahLst/>
              <a:cxnLst/>
              <a:rect l="l" t="t" r="r" b="b"/>
              <a:pathLst>
                <a:path w="1059434" h="1059434">
                  <a:moveTo>
                    <a:pt x="0" y="529717"/>
                  </a:moveTo>
                  <a:cubicBezTo>
                    <a:pt x="0" y="237109"/>
                    <a:pt x="237109" y="0"/>
                    <a:pt x="529717" y="0"/>
                  </a:cubicBezTo>
                  <a:cubicBezTo>
                    <a:pt x="531622" y="0"/>
                    <a:pt x="533527" y="889"/>
                    <a:pt x="534670" y="2413"/>
                  </a:cubicBezTo>
                  <a:lnTo>
                    <a:pt x="529717" y="6350"/>
                  </a:lnTo>
                  <a:lnTo>
                    <a:pt x="529717" y="0"/>
                  </a:lnTo>
                  <a:lnTo>
                    <a:pt x="529717" y="6350"/>
                  </a:lnTo>
                  <a:lnTo>
                    <a:pt x="529717" y="0"/>
                  </a:lnTo>
                  <a:cubicBezTo>
                    <a:pt x="822325" y="0"/>
                    <a:pt x="1059434" y="237109"/>
                    <a:pt x="1059434" y="529717"/>
                  </a:cubicBezTo>
                  <a:cubicBezTo>
                    <a:pt x="1059434" y="532130"/>
                    <a:pt x="1058037" y="534289"/>
                    <a:pt x="1055878" y="535432"/>
                  </a:cubicBezTo>
                  <a:lnTo>
                    <a:pt x="1053084" y="529717"/>
                  </a:lnTo>
                  <a:lnTo>
                    <a:pt x="1059434" y="529717"/>
                  </a:lnTo>
                  <a:cubicBezTo>
                    <a:pt x="1059434" y="822325"/>
                    <a:pt x="822325" y="1059434"/>
                    <a:pt x="529717" y="1059434"/>
                  </a:cubicBezTo>
                  <a:lnTo>
                    <a:pt x="529717" y="1053084"/>
                  </a:lnTo>
                  <a:lnTo>
                    <a:pt x="529717" y="1059434"/>
                  </a:lnTo>
                  <a:cubicBezTo>
                    <a:pt x="237109" y="1059434"/>
                    <a:pt x="0" y="822325"/>
                    <a:pt x="0" y="529717"/>
                  </a:cubicBezTo>
                  <a:lnTo>
                    <a:pt x="6350" y="529717"/>
                  </a:lnTo>
                  <a:lnTo>
                    <a:pt x="0" y="529717"/>
                  </a:lnTo>
                  <a:moveTo>
                    <a:pt x="12700" y="529717"/>
                  </a:moveTo>
                  <a:lnTo>
                    <a:pt x="6350" y="529717"/>
                  </a:lnTo>
                  <a:lnTo>
                    <a:pt x="12700" y="529717"/>
                  </a:lnTo>
                  <a:cubicBezTo>
                    <a:pt x="12700" y="815213"/>
                    <a:pt x="244221" y="1046734"/>
                    <a:pt x="529717" y="1046734"/>
                  </a:cubicBezTo>
                  <a:cubicBezTo>
                    <a:pt x="815213" y="1046734"/>
                    <a:pt x="1046734" y="815213"/>
                    <a:pt x="1046734" y="529717"/>
                  </a:cubicBezTo>
                  <a:cubicBezTo>
                    <a:pt x="1046734" y="527304"/>
                    <a:pt x="1048131" y="525145"/>
                    <a:pt x="1050290" y="524002"/>
                  </a:cubicBezTo>
                  <a:lnTo>
                    <a:pt x="1053084" y="529717"/>
                  </a:lnTo>
                  <a:lnTo>
                    <a:pt x="1046734" y="529717"/>
                  </a:lnTo>
                  <a:cubicBezTo>
                    <a:pt x="1046734" y="244221"/>
                    <a:pt x="815213" y="12700"/>
                    <a:pt x="529717" y="12700"/>
                  </a:cubicBezTo>
                  <a:cubicBezTo>
                    <a:pt x="527812" y="12700"/>
                    <a:pt x="525907" y="11811"/>
                    <a:pt x="524764" y="10287"/>
                  </a:cubicBezTo>
                  <a:lnTo>
                    <a:pt x="529717" y="6350"/>
                  </a:lnTo>
                  <a:lnTo>
                    <a:pt x="529717" y="12700"/>
                  </a:lnTo>
                  <a:cubicBezTo>
                    <a:pt x="244221" y="12700"/>
                    <a:pt x="12700" y="244221"/>
                    <a:pt x="12700" y="529717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id="16" name="Freeform 16" descr="preencoded.png"/>
          <p:cNvSpPr/>
          <p:nvPr/>
        </p:nvSpPr>
        <p:spPr>
          <a:xfrm>
            <a:off x="7970196" y="3903021"/>
            <a:ext cx="392459" cy="392459"/>
          </a:xfrm>
          <a:custGeom>
            <a:avLst/>
            <a:gdLst/>
            <a:ahLst/>
            <a:cxnLst/>
            <a:rect l="l" t="t" r="r" b="b"/>
            <a:pathLst>
              <a:path w="392459" h="392459">
                <a:moveTo>
                  <a:pt x="0" y="0"/>
                </a:moveTo>
                <a:lnTo>
                  <a:pt x="392459" y="0"/>
                </a:lnTo>
                <a:lnTo>
                  <a:pt x="392459" y="392459"/>
                </a:lnTo>
                <a:lnTo>
                  <a:pt x="0" y="3924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380" b="-2380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8800509" y="3738115"/>
            <a:ext cx="3283296" cy="418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Study Group System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800509" y="4225080"/>
            <a:ext cx="8571605" cy="881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Connect learners with similar goals for shared motivation and peer support.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8423224" y="5997626"/>
            <a:ext cx="271167" cy="1187206"/>
            <a:chOff x="0" y="0"/>
            <a:chExt cx="361556" cy="1582941"/>
          </a:xfrm>
        </p:grpSpPr>
        <p:sp>
          <p:nvSpPr>
            <p:cNvPr id="20" name="Freeform 20"/>
            <p:cNvSpPr/>
            <p:nvPr/>
          </p:nvSpPr>
          <p:spPr>
            <a:xfrm>
              <a:off x="6350" y="6350"/>
              <a:ext cx="348869" cy="1570101"/>
            </a:xfrm>
            <a:custGeom>
              <a:avLst/>
              <a:gdLst/>
              <a:ahLst/>
              <a:cxnLst/>
              <a:rect l="l" t="t" r="r" b="b"/>
              <a:pathLst>
                <a:path w="348869" h="1570101">
                  <a:moveTo>
                    <a:pt x="0" y="150622"/>
                  </a:moveTo>
                  <a:cubicBezTo>
                    <a:pt x="0" y="67437"/>
                    <a:pt x="65659" y="0"/>
                    <a:pt x="146558" y="0"/>
                  </a:cubicBezTo>
                  <a:lnTo>
                    <a:pt x="202311" y="0"/>
                  </a:lnTo>
                  <a:cubicBezTo>
                    <a:pt x="283210" y="0"/>
                    <a:pt x="348869" y="67437"/>
                    <a:pt x="348869" y="150622"/>
                  </a:cubicBezTo>
                  <a:lnTo>
                    <a:pt x="348869" y="1419479"/>
                  </a:lnTo>
                  <a:cubicBezTo>
                    <a:pt x="348869" y="1502664"/>
                    <a:pt x="283210" y="1570101"/>
                    <a:pt x="202311" y="1570101"/>
                  </a:cubicBezTo>
                  <a:lnTo>
                    <a:pt x="146558" y="1570101"/>
                  </a:lnTo>
                  <a:cubicBezTo>
                    <a:pt x="65659" y="1570228"/>
                    <a:pt x="0" y="1502791"/>
                    <a:pt x="0" y="1419606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361569" cy="1582801"/>
            </a:xfrm>
            <a:custGeom>
              <a:avLst/>
              <a:gdLst/>
              <a:ahLst/>
              <a:cxnLst/>
              <a:rect l="l" t="t" r="r" b="b"/>
              <a:pathLst>
                <a:path w="361569" h="1582801">
                  <a:moveTo>
                    <a:pt x="0" y="156972"/>
                  </a:moveTo>
                  <a:cubicBezTo>
                    <a:pt x="0" y="70485"/>
                    <a:pt x="68326" y="0"/>
                    <a:pt x="152908" y="0"/>
                  </a:cubicBezTo>
                  <a:lnTo>
                    <a:pt x="208661" y="0"/>
                  </a:lnTo>
                  <a:lnTo>
                    <a:pt x="208661" y="6350"/>
                  </a:lnTo>
                  <a:lnTo>
                    <a:pt x="208661" y="0"/>
                  </a:lnTo>
                  <a:lnTo>
                    <a:pt x="208661" y="6350"/>
                  </a:lnTo>
                  <a:lnTo>
                    <a:pt x="208661" y="0"/>
                  </a:lnTo>
                  <a:cubicBezTo>
                    <a:pt x="293243" y="0"/>
                    <a:pt x="361569" y="70485"/>
                    <a:pt x="361569" y="156972"/>
                  </a:cubicBezTo>
                  <a:lnTo>
                    <a:pt x="361569" y="1425829"/>
                  </a:lnTo>
                  <a:lnTo>
                    <a:pt x="355219" y="1425829"/>
                  </a:lnTo>
                  <a:lnTo>
                    <a:pt x="361569" y="1425829"/>
                  </a:lnTo>
                  <a:cubicBezTo>
                    <a:pt x="361569" y="1512443"/>
                    <a:pt x="293243" y="1582801"/>
                    <a:pt x="208661" y="1582801"/>
                  </a:cubicBezTo>
                  <a:lnTo>
                    <a:pt x="208661" y="1576451"/>
                  </a:lnTo>
                  <a:lnTo>
                    <a:pt x="208661" y="1582801"/>
                  </a:lnTo>
                  <a:lnTo>
                    <a:pt x="152908" y="1582801"/>
                  </a:lnTo>
                  <a:lnTo>
                    <a:pt x="152908" y="1576451"/>
                  </a:lnTo>
                  <a:lnTo>
                    <a:pt x="152908" y="1582801"/>
                  </a:lnTo>
                  <a:cubicBezTo>
                    <a:pt x="68326" y="1582928"/>
                    <a:pt x="0" y="1512443"/>
                    <a:pt x="0" y="1425956"/>
                  </a:cubicBezTo>
                  <a:lnTo>
                    <a:pt x="0" y="156972"/>
                  </a:lnTo>
                  <a:lnTo>
                    <a:pt x="6350" y="156972"/>
                  </a:lnTo>
                  <a:lnTo>
                    <a:pt x="0" y="156972"/>
                  </a:lnTo>
                  <a:moveTo>
                    <a:pt x="12700" y="156972"/>
                  </a:moveTo>
                  <a:lnTo>
                    <a:pt x="12700" y="1425829"/>
                  </a:lnTo>
                  <a:lnTo>
                    <a:pt x="6350" y="1425829"/>
                  </a:lnTo>
                  <a:lnTo>
                    <a:pt x="12700" y="1425829"/>
                  </a:lnTo>
                  <a:cubicBezTo>
                    <a:pt x="12700" y="1505712"/>
                    <a:pt x="75692" y="1570101"/>
                    <a:pt x="152908" y="1570101"/>
                  </a:cubicBezTo>
                  <a:lnTo>
                    <a:pt x="208661" y="1570101"/>
                  </a:lnTo>
                  <a:cubicBezTo>
                    <a:pt x="285877" y="1570101"/>
                    <a:pt x="348869" y="1505585"/>
                    <a:pt x="348869" y="1425829"/>
                  </a:cubicBezTo>
                  <a:lnTo>
                    <a:pt x="348869" y="156972"/>
                  </a:lnTo>
                  <a:lnTo>
                    <a:pt x="355219" y="156972"/>
                  </a:lnTo>
                  <a:lnTo>
                    <a:pt x="348869" y="156972"/>
                  </a:lnTo>
                  <a:cubicBezTo>
                    <a:pt x="348869" y="77216"/>
                    <a:pt x="285877" y="12700"/>
                    <a:pt x="208661" y="12700"/>
                  </a:cubicBezTo>
                  <a:lnTo>
                    <a:pt x="152908" y="12700"/>
                  </a:lnTo>
                  <a:lnTo>
                    <a:pt x="152908" y="6350"/>
                  </a:lnTo>
                  <a:lnTo>
                    <a:pt x="152908" y="12700"/>
                  </a:lnTo>
                  <a:cubicBezTo>
                    <a:pt x="75692" y="12700"/>
                    <a:pt x="12700" y="77216"/>
                    <a:pt x="12700" y="156972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8161582" y="5825881"/>
            <a:ext cx="794595" cy="794595"/>
            <a:chOff x="0" y="0"/>
            <a:chExt cx="1059459" cy="1059459"/>
          </a:xfrm>
        </p:grpSpPr>
        <p:sp>
          <p:nvSpPr>
            <p:cNvPr id="23" name="Freeform 23"/>
            <p:cNvSpPr/>
            <p:nvPr/>
          </p:nvSpPr>
          <p:spPr>
            <a:xfrm>
              <a:off x="6350" y="6350"/>
              <a:ext cx="1046734" cy="1046734"/>
            </a:xfrm>
            <a:custGeom>
              <a:avLst/>
              <a:gdLst/>
              <a:ahLst/>
              <a:cxnLst/>
              <a:rect l="l" t="t" r="r" b="b"/>
              <a:pathLst>
                <a:path w="1046734" h="1046734">
                  <a:moveTo>
                    <a:pt x="0" y="523367"/>
                  </a:moveTo>
                  <a:cubicBezTo>
                    <a:pt x="0" y="234315"/>
                    <a:pt x="234315" y="0"/>
                    <a:pt x="523367" y="0"/>
                  </a:cubicBezTo>
                  <a:cubicBezTo>
                    <a:pt x="812419" y="0"/>
                    <a:pt x="1046734" y="234315"/>
                    <a:pt x="1046734" y="523367"/>
                  </a:cubicBezTo>
                  <a:cubicBezTo>
                    <a:pt x="1046734" y="812419"/>
                    <a:pt x="812419" y="1046734"/>
                    <a:pt x="523367" y="1046734"/>
                  </a:cubicBezTo>
                  <a:cubicBezTo>
                    <a:pt x="234315" y="1046734"/>
                    <a:pt x="0" y="812419"/>
                    <a:pt x="0" y="523367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0" y="0"/>
              <a:ext cx="1059434" cy="1059434"/>
            </a:xfrm>
            <a:custGeom>
              <a:avLst/>
              <a:gdLst/>
              <a:ahLst/>
              <a:cxnLst/>
              <a:rect l="l" t="t" r="r" b="b"/>
              <a:pathLst>
                <a:path w="1059434" h="1059434">
                  <a:moveTo>
                    <a:pt x="0" y="529717"/>
                  </a:moveTo>
                  <a:cubicBezTo>
                    <a:pt x="0" y="237109"/>
                    <a:pt x="237109" y="0"/>
                    <a:pt x="529717" y="0"/>
                  </a:cubicBezTo>
                  <a:cubicBezTo>
                    <a:pt x="531622" y="0"/>
                    <a:pt x="533527" y="889"/>
                    <a:pt x="534670" y="2413"/>
                  </a:cubicBezTo>
                  <a:lnTo>
                    <a:pt x="529717" y="6350"/>
                  </a:lnTo>
                  <a:lnTo>
                    <a:pt x="529717" y="0"/>
                  </a:lnTo>
                  <a:lnTo>
                    <a:pt x="529717" y="6350"/>
                  </a:lnTo>
                  <a:lnTo>
                    <a:pt x="529717" y="0"/>
                  </a:lnTo>
                  <a:cubicBezTo>
                    <a:pt x="822325" y="0"/>
                    <a:pt x="1059434" y="237109"/>
                    <a:pt x="1059434" y="529717"/>
                  </a:cubicBezTo>
                  <a:cubicBezTo>
                    <a:pt x="1059434" y="532130"/>
                    <a:pt x="1058037" y="534289"/>
                    <a:pt x="1055878" y="535432"/>
                  </a:cubicBezTo>
                  <a:lnTo>
                    <a:pt x="1053084" y="529717"/>
                  </a:lnTo>
                  <a:lnTo>
                    <a:pt x="1059434" y="529717"/>
                  </a:lnTo>
                  <a:cubicBezTo>
                    <a:pt x="1059434" y="822325"/>
                    <a:pt x="822325" y="1059434"/>
                    <a:pt x="529717" y="1059434"/>
                  </a:cubicBezTo>
                  <a:lnTo>
                    <a:pt x="529717" y="1053084"/>
                  </a:lnTo>
                  <a:lnTo>
                    <a:pt x="529717" y="1059434"/>
                  </a:lnTo>
                  <a:cubicBezTo>
                    <a:pt x="237109" y="1059434"/>
                    <a:pt x="0" y="822325"/>
                    <a:pt x="0" y="529717"/>
                  </a:cubicBezTo>
                  <a:lnTo>
                    <a:pt x="6350" y="529717"/>
                  </a:lnTo>
                  <a:lnTo>
                    <a:pt x="0" y="529717"/>
                  </a:lnTo>
                  <a:moveTo>
                    <a:pt x="12700" y="529717"/>
                  </a:moveTo>
                  <a:lnTo>
                    <a:pt x="6350" y="529717"/>
                  </a:lnTo>
                  <a:lnTo>
                    <a:pt x="12700" y="529717"/>
                  </a:lnTo>
                  <a:cubicBezTo>
                    <a:pt x="12700" y="815213"/>
                    <a:pt x="244221" y="1046734"/>
                    <a:pt x="529717" y="1046734"/>
                  </a:cubicBezTo>
                  <a:cubicBezTo>
                    <a:pt x="815213" y="1046734"/>
                    <a:pt x="1046734" y="815213"/>
                    <a:pt x="1046734" y="529717"/>
                  </a:cubicBezTo>
                  <a:cubicBezTo>
                    <a:pt x="1046734" y="527304"/>
                    <a:pt x="1048131" y="525145"/>
                    <a:pt x="1050290" y="524002"/>
                  </a:cubicBezTo>
                  <a:lnTo>
                    <a:pt x="1053084" y="529717"/>
                  </a:lnTo>
                  <a:lnTo>
                    <a:pt x="1046734" y="529717"/>
                  </a:lnTo>
                  <a:cubicBezTo>
                    <a:pt x="1046734" y="244221"/>
                    <a:pt x="815213" y="12700"/>
                    <a:pt x="529717" y="12700"/>
                  </a:cubicBezTo>
                  <a:cubicBezTo>
                    <a:pt x="527812" y="12700"/>
                    <a:pt x="525907" y="11811"/>
                    <a:pt x="524764" y="10287"/>
                  </a:cubicBezTo>
                  <a:lnTo>
                    <a:pt x="529717" y="6350"/>
                  </a:lnTo>
                  <a:lnTo>
                    <a:pt x="529717" y="12700"/>
                  </a:lnTo>
                  <a:cubicBezTo>
                    <a:pt x="244221" y="12700"/>
                    <a:pt x="12700" y="244221"/>
                    <a:pt x="12700" y="529717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id="25" name="Freeform 25" descr="preencoded.png"/>
          <p:cNvSpPr/>
          <p:nvPr/>
        </p:nvSpPr>
        <p:spPr>
          <a:xfrm>
            <a:off x="8362655" y="6026944"/>
            <a:ext cx="392459" cy="392459"/>
          </a:xfrm>
          <a:custGeom>
            <a:avLst/>
            <a:gdLst/>
            <a:ahLst/>
            <a:cxnLst/>
            <a:rect l="l" t="t" r="r" b="b"/>
            <a:pathLst>
              <a:path w="392459" h="392459">
                <a:moveTo>
                  <a:pt x="0" y="0"/>
                </a:moveTo>
                <a:lnTo>
                  <a:pt x="392458" y="0"/>
                </a:lnTo>
                <a:lnTo>
                  <a:pt x="392458" y="392458"/>
                </a:lnTo>
                <a:lnTo>
                  <a:pt x="0" y="3924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9192968" y="5862047"/>
            <a:ext cx="4036514" cy="418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Course Recommendation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192968" y="6349003"/>
            <a:ext cx="8179146" cy="478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Suggest relevant resources based on goals, skills, and gaps.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8815835" y="7809462"/>
            <a:ext cx="271167" cy="1499292"/>
            <a:chOff x="0" y="0"/>
            <a:chExt cx="361556" cy="1999056"/>
          </a:xfrm>
        </p:grpSpPr>
        <p:sp>
          <p:nvSpPr>
            <p:cNvPr id="29" name="Freeform 29"/>
            <p:cNvSpPr/>
            <p:nvPr/>
          </p:nvSpPr>
          <p:spPr>
            <a:xfrm>
              <a:off x="6350" y="6350"/>
              <a:ext cx="348869" cy="1986280"/>
            </a:xfrm>
            <a:custGeom>
              <a:avLst/>
              <a:gdLst/>
              <a:ahLst/>
              <a:cxnLst/>
              <a:rect l="l" t="t" r="r" b="b"/>
              <a:pathLst>
                <a:path w="348869" h="1986280">
                  <a:moveTo>
                    <a:pt x="0" y="150876"/>
                  </a:moveTo>
                  <a:cubicBezTo>
                    <a:pt x="0" y="67564"/>
                    <a:pt x="65659" y="0"/>
                    <a:pt x="146558" y="0"/>
                  </a:cubicBezTo>
                  <a:lnTo>
                    <a:pt x="202311" y="0"/>
                  </a:lnTo>
                  <a:cubicBezTo>
                    <a:pt x="283210" y="0"/>
                    <a:pt x="348869" y="67564"/>
                    <a:pt x="348869" y="150876"/>
                  </a:cubicBezTo>
                  <a:lnTo>
                    <a:pt x="348869" y="1835404"/>
                  </a:lnTo>
                  <a:cubicBezTo>
                    <a:pt x="348869" y="1918716"/>
                    <a:pt x="283210" y="1986280"/>
                    <a:pt x="202311" y="1986280"/>
                  </a:cubicBezTo>
                  <a:lnTo>
                    <a:pt x="146558" y="1986280"/>
                  </a:lnTo>
                  <a:cubicBezTo>
                    <a:pt x="65659" y="1986407"/>
                    <a:pt x="0" y="1918843"/>
                    <a:pt x="0" y="1835404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0"/>
              <a:ext cx="361569" cy="1998980"/>
            </a:xfrm>
            <a:custGeom>
              <a:avLst/>
              <a:gdLst/>
              <a:ahLst/>
              <a:cxnLst/>
              <a:rect l="l" t="t" r="r" b="b"/>
              <a:pathLst>
                <a:path w="361569" h="1998980">
                  <a:moveTo>
                    <a:pt x="0" y="157226"/>
                  </a:moveTo>
                  <a:cubicBezTo>
                    <a:pt x="0" y="70612"/>
                    <a:pt x="68326" y="0"/>
                    <a:pt x="152908" y="0"/>
                  </a:cubicBezTo>
                  <a:lnTo>
                    <a:pt x="208661" y="0"/>
                  </a:lnTo>
                  <a:lnTo>
                    <a:pt x="208661" y="6350"/>
                  </a:lnTo>
                  <a:lnTo>
                    <a:pt x="208661" y="0"/>
                  </a:lnTo>
                  <a:lnTo>
                    <a:pt x="208661" y="6350"/>
                  </a:lnTo>
                  <a:lnTo>
                    <a:pt x="208661" y="0"/>
                  </a:lnTo>
                  <a:cubicBezTo>
                    <a:pt x="293243" y="0"/>
                    <a:pt x="361569" y="70612"/>
                    <a:pt x="361569" y="157226"/>
                  </a:cubicBezTo>
                  <a:lnTo>
                    <a:pt x="361569" y="1841754"/>
                  </a:lnTo>
                  <a:lnTo>
                    <a:pt x="355219" y="1841754"/>
                  </a:lnTo>
                  <a:lnTo>
                    <a:pt x="361569" y="1841754"/>
                  </a:lnTo>
                  <a:cubicBezTo>
                    <a:pt x="361569" y="1928495"/>
                    <a:pt x="293243" y="1998980"/>
                    <a:pt x="208661" y="1998980"/>
                  </a:cubicBezTo>
                  <a:lnTo>
                    <a:pt x="208661" y="1992630"/>
                  </a:lnTo>
                  <a:lnTo>
                    <a:pt x="208661" y="1998980"/>
                  </a:lnTo>
                  <a:lnTo>
                    <a:pt x="152908" y="1998980"/>
                  </a:lnTo>
                  <a:lnTo>
                    <a:pt x="152908" y="1992630"/>
                  </a:lnTo>
                  <a:lnTo>
                    <a:pt x="152908" y="1998980"/>
                  </a:lnTo>
                  <a:cubicBezTo>
                    <a:pt x="68326" y="1999107"/>
                    <a:pt x="0" y="1928495"/>
                    <a:pt x="0" y="1841754"/>
                  </a:cubicBezTo>
                  <a:lnTo>
                    <a:pt x="0" y="157226"/>
                  </a:lnTo>
                  <a:lnTo>
                    <a:pt x="6350" y="157226"/>
                  </a:lnTo>
                  <a:lnTo>
                    <a:pt x="0" y="157226"/>
                  </a:lnTo>
                  <a:moveTo>
                    <a:pt x="12700" y="157226"/>
                  </a:moveTo>
                  <a:lnTo>
                    <a:pt x="12700" y="1841754"/>
                  </a:lnTo>
                  <a:lnTo>
                    <a:pt x="6350" y="1841754"/>
                  </a:lnTo>
                  <a:lnTo>
                    <a:pt x="12700" y="1841754"/>
                  </a:lnTo>
                  <a:cubicBezTo>
                    <a:pt x="12700" y="1921764"/>
                    <a:pt x="75692" y="1986280"/>
                    <a:pt x="152908" y="1986280"/>
                  </a:cubicBezTo>
                  <a:lnTo>
                    <a:pt x="208661" y="1986280"/>
                  </a:lnTo>
                  <a:cubicBezTo>
                    <a:pt x="285877" y="1986280"/>
                    <a:pt x="348869" y="1921764"/>
                    <a:pt x="348869" y="1841754"/>
                  </a:cubicBezTo>
                  <a:lnTo>
                    <a:pt x="348869" y="157226"/>
                  </a:lnTo>
                  <a:lnTo>
                    <a:pt x="355219" y="157226"/>
                  </a:lnTo>
                  <a:lnTo>
                    <a:pt x="348869" y="157226"/>
                  </a:lnTo>
                  <a:cubicBezTo>
                    <a:pt x="348869" y="77216"/>
                    <a:pt x="285877" y="12700"/>
                    <a:pt x="208661" y="12700"/>
                  </a:cubicBezTo>
                  <a:lnTo>
                    <a:pt x="152908" y="12700"/>
                  </a:lnTo>
                  <a:lnTo>
                    <a:pt x="152908" y="6350"/>
                  </a:lnTo>
                  <a:lnTo>
                    <a:pt x="152908" y="12700"/>
                  </a:lnTo>
                  <a:cubicBezTo>
                    <a:pt x="75692" y="12700"/>
                    <a:pt x="12700" y="77216"/>
                    <a:pt x="12700" y="157226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8554193" y="7637707"/>
            <a:ext cx="794595" cy="794595"/>
            <a:chOff x="0" y="0"/>
            <a:chExt cx="1059459" cy="1059459"/>
          </a:xfrm>
        </p:grpSpPr>
        <p:sp>
          <p:nvSpPr>
            <p:cNvPr id="32" name="Freeform 32"/>
            <p:cNvSpPr/>
            <p:nvPr/>
          </p:nvSpPr>
          <p:spPr>
            <a:xfrm>
              <a:off x="6350" y="6350"/>
              <a:ext cx="1046734" cy="1046734"/>
            </a:xfrm>
            <a:custGeom>
              <a:avLst/>
              <a:gdLst/>
              <a:ahLst/>
              <a:cxnLst/>
              <a:rect l="l" t="t" r="r" b="b"/>
              <a:pathLst>
                <a:path w="1046734" h="1046734">
                  <a:moveTo>
                    <a:pt x="0" y="523367"/>
                  </a:moveTo>
                  <a:cubicBezTo>
                    <a:pt x="0" y="234315"/>
                    <a:pt x="234315" y="0"/>
                    <a:pt x="523367" y="0"/>
                  </a:cubicBezTo>
                  <a:cubicBezTo>
                    <a:pt x="812419" y="0"/>
                    <a:pt x="1046734" y="234315"/>
                    <a:pt x="1046734" y="523367"/>
                  </a:cubicBezTo>
                  <a:cubicBezTo>
                    <a:pt x="1046734" y="812419"/>
                    <a:pt x="812419" y="1046734"/>
                    <a:pt x="523367" y="1046734"/>
                  </a:cubicBezTo>
                  <a:cubicBezTo>
                    <a:pt x="234315" y="1046734"/>
                    <a:pt x="0" y="812419"/>
                    <a:pt x="0" y="523367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0" y="0"/>
              <a:ext cx="1059434" cy="1059434"/>
            </a:xfrm>
            <a:custGeom>
              <a:avLst/>
              <a:gdLst/>
              <a:ahLst/>
              <a:cxnLst/>
              <a:rect l="l" t="t" r="r" b="b"/>
              <a:pathLst>
                <a:path w="1059434" h="1059434">
                  <a:moveTo>
                    <a:pt x="0" y="529717"/>
                  </a:moveTo>
                  <a:cubicBezTo>
                    <a:pt x="0" y="237109"/>
                    <a:pt x="237109" y="0"/>
                    <a:pt x="529717" y="0"/>
                  </a:cubicBezTo>
                  <a:cubicBezTo>
                    <a:pt x="531622" y="0"/>
                    <a:pt x="533527" y="889"/>
                    <a:pt x="534670" y="2413"/>
                  </a:cubicBezTo>
                  <a:lnTo>
                    <a:pt x="529717" y="6350"/>
                  </a:lnTo>
                  <a:lnTo>
                    <a:pt x="529717" y="0"/>
                  </a:lnTo>
                  <a:lnTo>
                    <a:pt x="529717" y="6350"/>
                  </a:lnTo>
                  <a:lnTo>
                    <a:pt x="529717" y="0"/>
                  </a:lnTo>
                  <a:cubicBezTo>
                    <a:pt x="822325" y="0"/>
                    <a:pt x="1059434" y="237109"/>
                    <a:pt x="1059434" y="529717"/>
                  </a:cubicBezTo>
                  <a:cubicBezTo>
                    <a:pt x="1059434" y="532130"/>
                    <a:pt x="1058037" y="534289"/>
                    <a:pt x="1055878" y="535432"/>
                  </a:cubicBezTo>
                  <a:lnTo>
                    <a:pt x="1053084" y="529717"/>
                  </a:lnTo>
                  <a:lnTo>
                    <a:pt x="1059434" y="529717"/>
                  </a:lnTo>
                  <a:cubicBezTo>
                    <a:pt x="1059434" y="822325"/>
                    <a:pt x="822325" y="1059434"/>
                    <a:pt x="529717" y="1059434"/>
                  </a:cubicBezTo>
                  <a:lnTo>
                    <a:pt x="529717" y="1053084"/>
                  </a:lnTo>
                  <a:lnTo>
                    <a:pt x="529717" y="1059434"/>
                  </a:lnTo>
                  <a:cubicBezTo>
                    <a:pt x="237109" y="1059434"/>
                    <a:pt x="0" y="822325"/>
                    <a:pt x="0" y="529717"/>
                  </a:cubicBezTo>
                  <a:lnTo>
                    <a:pt x="6350" y="529717"/>
                  </a:lnTo>
                  <a:lnTo>
                    <a:pt x="0" y="529717"/>
                  </a:lnTo>
                  <a:moveTo>
                    <a:pt x="12700" y="529717"/>
                  </a:moveTo>
                  <a:lnTo>
                    <a:pt x="6350" y="529717"/>
                  </a:lnTo>
                  <a:lnTo>
                    <a:pt x="12700" y="529717"/>
                  </a:lnTo>
                  <a:cubicBezTo>
                    <a:pt x="12700" y="815213"/>
                    <a:pt x="244221" y="1046734"/>
                    <a:pt x="529717" y="1046734"/>
                  </a:cubicBezTo>
                  <a:cubicBezTo>
                    <a:pt x="815213" y="1046734"/>
                    <a:pt x="1046734" y="815213"/>
                    <a:pt x="1046734" y="529717"/>
                  </a:cubicBezTo>
                  <a:cubicBezTo>
                    <a:pt x="1046734" y="527304"/>
                    <a:pt x="1048131" y="525145"/>
                    <a:pt x="1050290" y="524002"/>
                  </a:cubicBezTo>
                  <a:lnTo>
                    <a:pt x="1053084" y="529717"/>
                  </a:lnTo>
                  <a:lnTo>
                    <a:pt x="1046734" y="529717"/>
                  </a:lnTo>
                  <a:cubicBezTo>
                    <a:pt x="1046734" y="244221"/>
                    <a:pt x="815213" y="12700"/>
                    <a:pt x="529717" y="12700"/>
                  </a:cubicBezTo>
                  <a:cubicBezTo>
                    <a:pt x="527812" y="12700"/>
                    <a:pt x="525907" y="11811"/>
                    <a:pt x="524764" y="10287"/>
                  </a:cubicBezTo>
                  <a:lnTo>
                    <a:pt x="529717" y="6350"/>
                  </a:lnTo>
                  <a:lnTo>
                    <a:pt x="529717" y="12700"/>
                  </a:lnTo>
                  <a:cubicBezTo>
                    <a:pt x="244221" y="12700"/>
                    <a:pt x="12700" y="244221"/>
                    <a:pt x="12700" y="529717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id="34" name="Freeform 34" descr="preencoded.png"/>
          <p:cNvSpPr/>
          <p:nvPr/>
        </p:nvSpPr>
        <p:spPr>
          <a:xfrm>
            <a:off x="8755266" y="7838780"/>
            <a:ext cx="392459" cy="392459"/>
          </a:xfrm>
          <a:custGeom>
            <a:avLst/>
            <a:gdLst/>
            <a:ahLst/>
            <a:cxnLst/>
            <a:rect l="l" t="t" r="r" b="b"/>
            <a:pathLst>
              <a:path w="392459" h="392459">
                <a:moveTo>
                  <a:pt x="0" y="0"/>
                </a:moveTo>
                <a:lnTo>
                  <a:pt x="392458" y="0"/>
                </a:lnTo>
                <a:lnTo>
                  <a:pt x="392458" y="392458"/>
                </a:lnTo>
                <a:lnTo>
                  <a:pt x="0" y="3924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2380" b="-2380"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9585569" y="7673873"/>
            <a:ext cx="3271542" cy="418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Online Quiz System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585569" y="8160839"/>
            <a:ext cx="7786535" cy="881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Assess knowledge and strengthen weak areas through practice.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7768533" y="1653778"/>
            <a:ext cx="3628730" cy="415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4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Job &amp; System Features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68533" y="2146097"/>
            <a:ext cx="9608934" cy="164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74"/>
              </a:lnSpc>
            </a:pPr>
            <a:r>
              <a:rPr lang="en-US" sz="5062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Move from Learning to Placement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763770" y="4144270"/>
            <a:ext cx="9618459" cy="4484189"/>
            <a:chOff x="0" y="0"/>
            <a:chExt cx="12824612" cy="5978919"/>
          </a:xfrm>
        </p:grpSpPr>
        <p:sp>
          <p:nvSpPr>
            <p:cNvPr id="11" name="Freeform 11"/>
            <p:cNvSpPr/>
            <p:nvPr/>
          </p:nvSpPr>
          <p:spPr>
            <a:xfrm>
              <a:off x="6350" y="6350"/>
              <a:ext cx="12812014" cy="5966206"/>
            </a:xfrm>
            <a:custGeom>
              <a:avLst/>
              <a:gdLst/>
              <a:ahLst/>
              <a:cxnLst/>
              <a:rect l="l" t="t" r="r" b="b"/>
              <a:pathLst>
                <a:path w="12812014" h="5966206">
                  <a:moveTo>
                    <a:pt x="0" y="145669"/>
                  </a:moveTo>
                  <a:cubicBezTo>
                    <a:pt x="0" y="65278"/>
                    <a:pt x="65278" y="0"/>
                    <a:pt x="145923" y="0"/>
                  </a:cubicBezTo>
                  <a:lnTo>
                    <a:pt x="12666091" y="0"/>
                  </a:lnTo>
                  <a:cubicBezTo>
                    <a:pt x="12746610" y="0"/>
                    <a:pt x="12812014" y="65278"/>
                    <a:pt x="12812014" y="145669"/>
                  </a:cubicBezTo>
                  <a:lnTo>
                    <a:pt x="12812014" y="5820537"/>
                  </a:lnTo>
                  <a:cubicBezTo>
                    <a:pt x="12812014" y="5901055"/>
                    <a:pt x="12746736" y="5966206"/>
                    <a:pt x="12666091" y="5966206"/>
                  </a:cubicBezTo>
                  <a:lnTo>
                    <a:pt x="145923" y="5966206"/>
                  </a:lnTo>
                  <a:cubicBezTo>
                    <a:pt x="65278" y="5966206"/>
                    <a:pt x="0" y="5901055"/>
                    <a:pt x="0" y="5820537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0" y="0"/>
              <a:ext cx="12824714" cy="5978906"/>
            </a:xfrm>
            <a:custGeom>
              <a:avLst/>
              <a:gdLst/>
              <a:ahLst/>
              <a:cxnLst/>
              <a:rect l="l" t="t" r="r" b="b"/>
              <a:pathLst>
                <a:path w="12824714" h="5978906">
                  <a:moveTo>
                    <a:pt x="0" y="152019"/>
                  </a:moveTo>
                  <a:cubicBezTo>
                    <a:pt x="0" y="68072"/>
                    <a:pt x="68199" y="0"/>
                    <a:pt x="152273" y="0"/>
                  </a:cubicBezTo>
                  <a:lnTo>
                    <a:pt x="12672441" y="0"/>
                  </a:lnTo>
                  <a:lnTo>
                    <a:pt x="12672441" y="6350"/>
                  </a:lnTo>
                  <a:lnTo>
                    <a:pt x="12672441" y="0"/>
                  </a:lnTo>
                  <a:cubicBezTo>
                    <a:pt x="12756515" y="0"/>
                    <a:pt x="12824714" y="68072"/>
                    <a:pt x="12824714" y="152019"/>
                  </a:cubicBezTo>
                  <a:lnTo>
                    <a:pt x="12818364" y="152019"/>
                  </a:lnTo>
                  <a:lnTo>
                    <a:pt x="12824714" y="152019"/>
                  </a:lnTo>
                  <a:lnTo>
                    <a:pt x="12824714" y="5826887"/>
                  </a:lnTo>
                  <a:lnTo>
                    <a:pt x="12818364" y="5826887"/>
                  </a:lnTo>
                  <a:lnTo>
                    <a:pt x="12824714" y="5826887"/>
                  </a:lnTo>
                  <a:cubicBezTo>
                    <a:pt x="12824714" y="5910834"/>
                    <a:pt x="12756515" y="5978906"/>
                    <a:pt x="12672441" y="5978906"/>
                  </a:cubicBezTo>
                  <a:lnTo>
                    <a:pt x="12672441" y="5972556"/>
                  </a:lnTo>
                  <a:lnTo>
                    <a:pt x="12672441" y="5978906"/>
                  </a:lnTo>
                  <a:lnTo>
                    <a:pt x="152273" y="5978906"/>
                  </a:lnTo>
                  <a:lnTo>
                    <a:pt x="152273" y="5972556"/>
                  </a:lnTo>
                  <a:lnTo>
                    <a:pt x="152273" y="5978906"/>
                  </a:lnTo>
                  <a:cubicBezTo>
                    <a:pt x="68199" y="5978906"/>
                    <a:pt x="0" y="5910834"/>
                    <a:pt x="0" y="5826887"/>
                  </a:cubicBezTo>
                  <a:lnTo>
                    <a:pt x="0" y="152019"/>
                  </a:lnTo>
                  <a:lnTo>
                    <a:pt x="6350" y="152019"/>
                  </a:lnTo>
                  <a:lnTo>
                    <a:pt x="0" y="152019"/>
                  </a:lnTo>
                  <a:moveTo>
                    <a:pt x="12700" y="152019"/>
                  </a:moveTo>
                  <a:lnTo>
                    <a:pt x="12700" y="5826887"/>
                  </a:lnTo>
                  <a:lnTo>
                    <a:pt x="6350" y="5826887"/>
                  </a:lnTo>
                  <a:lnTo>
                    <a:pt x="12700" y="5826887"/>
                  </a:lnTo>
                  <a:cubicBezTo>
                    <a:pt x="12700" y="5903849"/>
                    <a:pt x="75184" y="5966206"/>
                    <a:pt x="152273" y="5966206"/>
                  </a:cubicBezTo>
                  <a:lnTo>
                    <a:pt x="12672441" y="5966206"/>
                  </a:lnTo>
                  <a:cubicBezTo>
                    <a:pt x="12749530" y="5966206"/>
                    <a:pt x="12812014" y="5903849"/>
                    <a:pt x="12812014" y="5826887"/>
                  </a:cubicBezTo>
                  <a:lnTo>
                    <a:pt x="12812014" y="152019"/>
                  </a:lnTo>
                  <a:cubicBezTo>
                    <a:pt x="12812014" y="75057"/>
                    <a:pt x="12749530" y="12700"/>
                    <a:pt x="12672441" y="12700"/>
                  </a:cubicBezTo>
                  <a:lnTo>
                    <a:pt x="152273" y="12700"/>
                  </a:lnTo>
                  <a:lnTo>
                    <a:pt x="152273" y="6350"/>
                  </a:lnTo>
                  <a:lnTo>
                    <a:pt x="152273" y="12700"/>
                  </a:lnTo>
                  <a:cubicBezTo>
                    <a:pt x="75184" y="12700"/>
                    <a:pt x="12700" y="75057"/>
                    <a:pt x="12700" y="152019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7778058" y="4158558"/>
            <a:ext cx="3196533" cy="3029541"/>
            <a:chOff x="0" y="0"/>
            <a:chExt cx="4262044" cy="403938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261993" cy="4039362"/>
            </a:xfrm>
            <a:custGeom>
              <a:avLst/>
              <a:gdLst/>
              <a:ahLst/>
              <a:cxnLst/>
              <a:rect l="l" t="t" r="r" b="b"/>
              <a:pathLst>
                <a:path w="4261993" h="4039362">
                  <a:moveTo>
                    <a:pt x="0" y="145669"/>
                  </a:moveTo>
                  <a:cubicBezTo>
                    <a:pt x="0" y="65278"/>
                    <a:pt x="65278" y="0"/>
                    <a:pt x="145669" y="0"/>
                  </a:cubicBezTo>
                  <a:lnTo>
                    <a:pt x="4116324" y="0"/>
                  </a:lnTo>
                  <a:cubicBezTo>
                    <a:pt x="4196842" y="0"/>
                    <a:pt x="4261993" y="65278"/>
                    <a:pt x="4261993" y="145669"/>
                  </a:cubicBezTo>
                  <a:lnTo>
                    <a:pt x="4261993" y="3893693"/>
                  </a:lnTo>
                  <a:cubicBezTo>
                    <a:pt x="4261993" y="3974211"/>
                    <a:pt x="4196715" y="4039362"/>
                    <a:pt x="4116324" y="4039362"/>
                  </a:cubicBezTo>
                  <a:lnTo>
                    <a:pt x="145669" y="4039362"/>
                  </a:lnTo>
                  <a:cubicBezTo>
                    <a:pt x="65278" y="4039362"/>
                    <a:pt x="0" y="3974211"/>
                    <a:pt x="0" y="3893693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8016773" y="4387748"/>
            <a:ext cx="2361009" cy="822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499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Job Matching System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016773" y="5277145"/>
            <a:ext cx="2361009" cy="1672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Show best-fit jobs with a match percentage for faster decisions.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0974591" y="4158558"/>
            <a:ext cx="3196676" cy="3029541"/>
            <a:chOff x="0" y="0"/>
            <a:chExt cx="4262234" cy="403938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262247" cy="4039362"/>
            </a:xfrm>
            <a:custGeom>
              <a:avLst/>
              <a:gdLst/>
              <a:ahLst/>
              <a:cxnLst/>
              <a:rect l="l" t="t" r="r" b="b"/>
              <a:pathLst>
                <a:path w="4262247" h="4039362">
                  <a:moveTo>
                    <a:pt x="0" y="0"/>
                  </a:moveTo>
                  <a:lnTo>
                    <a:pt x="4262247" y="0"/>
                  </a:lnTo>
                  <a:lnTo>
                    <a:pt x="4262247" y="4039362"/>
                  </a:lnTo>
                  <a:lnTo>
                    <a:pt x="0" y="4039362"/>
                  </a:lnTo>
                  <a:close/>
                </a:path>
              </a:pathLst>
            </a:custGeom>
            <a:solidFill>
              <a:srgbClr val="DADBF1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10974591" y="4158558"/>
            <a:ext cx="28575" cy="3029541"/>
            <a:chOff x="0" y="0"/>
            <a:chExt cx="38100" cy="403938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8100" cy="4039362"/>
            </a:xfrm>
            <a:custGeom>
              <a:avLst/>
              <a:gdLst/>
              <a:ahLst/>
              <a:cxnLst/>
              <a:rect l="l" t="t" r="r" b="b"/>
              <a:pathLst>
                <a:path w="38100" h="4039362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4020312"/>
                  </a:lnTo>
                  <a:cubicBezTo>
                    <a:pt x="38100" y="4030853"/>
                    <a:pt x="29591" y="4039362"/>
                    <a:pt x="19050" y="4039362"/>
                  </a:cubicBezTo>
                  <a:cubicBezTo>
                    <a:pt x="8509" y="4039362"/>
                    <a:pt x="0" y="4030853"/>
                    <a:pt x="0" y="4020312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11571389" y="4387748"/>
            <a:ext cx="2003079" cy="822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499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Application System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571389" y="5277145"/>
            <a:ext cx="2003079" cy="1672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Apply directly to jobs without leaving the platform.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0635110" y="5333848"/>
            <a:ext cx="678952" cy="678952"/>
            <a:chOff x="0" y="0"/>
            <a:chExt cx="905269" cy="905269"/>
          </a:xfrm>
        </p:grpSpPr>
        <p:sp>
          <p:nvSpPr>
            <p:cNvPr id="24" name="Freeform 24"/>
            <p:cNvSpPr/>
            <p:nvPr/>
          </p:nvSpPr>
          <p:spPr>
            <a:xfrm>
              <a:off x="19050" y="19050"/>
              <a:ext cx="867156" cy="867156"/>
            </a:xfrm>
            <a:custGeom>
              <a:avLst/>
              <a:gdLst/>
              <a:ahLst/>
              <a:cxnLst/>
              <a:rect l="l" t="t" r="r" b="b"/>
              <a:pathLst>
                <a:path w="867156" h="867156">
                  <a:moveTo>
                    <a:pt x="0" y="145669"/>
                  </a:moveTo>
                  <a:cubicBezTo>
                    <a:pt x="0" y="65278"/>
                    <a:pt x="65278" y="0"/>
                    <a:pt x="145669" y="0"/>
                  </a:cubicBezTo>
                  <a:lnTo>
                    <a:pt x="721487" y="0"/>
                  </a:lnTo>
                  <a:cubicBezTo>
                    <a:pt x="802005" y="0"/>
                    <a:pt x="867156" y="65278"/>
                    <a:pt x="867156" y="145669"/>
                  </a:cubicBezTo>
                  <a:lnTo>
                    <a:pt x="867156" y="721487"/>
                  </a:lnTo>
                  <a:cubicBezTo>
                    <a:pt x="867156" y="802005"/>
                    <a:pt x="801878" y="867156"/>
                    <a:pt x="721487" y="867156"/>
                  </a:cubicBezTo>
                  <a:lnTo>
                    <a:pt x="145669" y="867156"/>
                  </a:lnTo>
                  <a:cubicBezTo>
                    <a:pt x="65278" y="867156"/>
                    <a:pt x="0" y="802005"/>
                    <a:pt x="0" y="72148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0"/>
              <a:ext cx="905256" cy="905256"/>
            </a:xfrm>
            <a:custGeom>
              <a:avLst/>
              <a:gdLst/>
              <a:ahLst/>
              <a:cxnLst/>
              <a:rect l="l" t="t" r="r" b="b"/>
              <a:pathLst>
                <a:path w="905256" h="905256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740537" y="0"/>
                  </a:lnTo>
                  <a:lnTo>
                    <a:pt x="740537" y="19050"/>
                  </a:lnTo>
                  <a:lnTo>
                    <a:pt x="740537" y="0"/>
                  </a:lnTo>
                  <a:lnTo>
                    <a:pt x="740537" y="19050"/>
                  </a:lnTo>
                  <a:lnTo>
                    <a:pt x="740537" y="0"/>
                  </a:lnTo>
                  <a:cubicBezTo>
                    <a:pt x="831469" y="0"/>
                    <a:pt x="905256" y="73787"/>
                    <a:pt x="905256" y="164719"/>
                  </a:cubicBezTo>
                  <a:lnTo>
                    <a:pt x="886206" y="164719"/>
                  </a:lnTo>
                  <a:lnTo>
                    <a:pt x="905256" y="164719"/>
                  </a:lnTo>
                  <a:lnTo>
                    <a:pt x="905256" y="740537"/>
                  </a:lnTo>
                  <a:lnTo>
                    <a:pt x="886206" y="740537"/>
                  </a:lnTo>
                  <a:lnTo>
                    <a:pt x="905256" y="740537"/>
                  </a:lnTo>
                  <a:cubicBezTo>
                    <a:pt x="905256" y="831469"/>
                    <a:pt x="831469" y="905256"/>
                    <a:pt x="740537" y="905256"/>
                  </a:cubicBezTo>
                  <a:lnTo>
                    <a:pt x="740537" y="886206"/>
                  </a:lnTo>
                  <a:lnTo>
                    <a:pt x="740537" y="905256"/>
                  </a:lnTo>
                  <a:lnTo>
                    <a:pt x="164719" y="905256"/>
                  </a:lnTo>
                  <a:lnTo>
                    <a:pt x="164719" y="886206"/>
                  </a:lnTo>
                  <a:lnTo>
                    <a:pt x="164719" y="905256"/>
                  </a:lnTo>
                  <a:cubicBezTo>
                    <a:pt x="73787" y="905256"/>
                    <a:pt x="0" y="831469"/>
                    <a:pt x="0" y="740537"/>
                  </a:cubicBezTo>
                  <a:lnTo>
                    <a:pt x="0" y="164719"/>
                  </a:lnTo>
                  <a:lnTo>
                    <a:pt x="19050" y="164719"/>
                  </a:lnTo>
                  <a:lnTo>
                    <a:pt x="0" y="164719"/>
                  </a:lnTo>
                  <a:moveTo>
                    <a:pt x="38100" y="164719"/>
                  </a:moveTo>
                  <a:lnTo>
                    <a:pt x="38100" y="740537"/>
                  </a:lnTo>
                  <a:lnTo>
                    <a:pt x="19050" y="740537"/>
                  </a:lnTo>
                  <a:lnTo>
                    <a:pt x="38100" y="740537"/>
                  </a:lnTo>
                  <a:cubicBezTo>
                    <a:pt x="38100" y="810514"/>
                    <a:pt x="94742" y="867156"/>
                    <a:pt x="164719" y="867156"/>
                  </a:cubicBezTo>
                  <a:lnTo>
                    <a:pt x="740537" y="867156"/>
                  </a:lnTo>
                  <a:cubicBezTo>
                    <a:pt x="810514" y="867156"/>
                    <a:pt x="867156" y="810514"/>
                    <a:pt x="867156" y="740537"/>
                  </a:cubicBezTo>
                  <a:lnTo>
                    <a:pt x="867156" y="164719"/>
                  </a:lnTo>
                  <a:cubicBezTo>
                    <a:pt x="867156" y="94742"/>
                    <a:pt x="810514" y="38100"/>
                    <a:pt x="740537" y="38100"/>
                  </a:cubicBezTo>
                  <a:lnTo>
                    <a:pt x="164719" y="38100"/>
                  </a:lnTo>
                  <a:lnTo>
                    <a:pt x="164719" y="19050"/>
                  </a:lnTo>
                  <a:lnTo>
                    <a:pt x="164719" y="38100"/>
                  </a:lnTo>
                  <a:cubicBezTo>
                    <a:pt x="94742" y="38100"/>
                    <a:pt x="38100" y="94742"/>
                    <a:pt x="38100" y="164719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id="26" name="Freeform 26" descr="preencoded.png"/>
          <p:cNvSpPr/>
          <p:nvPr/>
        </p:nvSpPr>
        <p:spPr>
          <a:xfrm>
            <a:off x="10811913" y="5510660"/>
            <a:ext cx="325193" cy="325193"/>
          </a:xfrm>
          <a:custGeom>
            <a:avLst/>
            <a:gdLst/>
            <a:ahLst/>
            <a:cxnLst/>
            <a:rect l="l" t="t" r="r" b="b"/>
            <a:pathLst>
              <a:path w="325193" h="325193">
                <a:moveTo>
                  <a:pt x="0" y="0"/>
                </a:moveTo>
                <a:lnTo>
                  <a:pt x="325193" y="0"/>
                </a:lnTo>
                <a:lnTo>
                  <a:pt x="325193" y="325193"/>
                </a:lnTo>
                <a:lnTo>
                  <a:pt x="0" y="3251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4284" b="-24284"/>
            </a:stretch>
          </a:blipFill>
        </p:spPr>
      </p:sp>
      <p:grpSp>
        <p:nvGrpSpPr>
          <p:cNvPr id="27" name="Group 27"/>
          <p:cNvGrpSpPr/>
          <p:nvPr/>
        </p:nvGrpSpPr>
        <p:grpSpPr>
          <a:xfrm>
            <a:off x="14171266" y="4158558"/>
            <a:ext cx="3196676" cy="3029541"/>
            <a:chOff x="0" y="0"/>
            <a:chExt cx="4262234" cy="403938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262247" cy="4039362"/>
            </a:xfrm>
            <a:custGeom>
              <a:avLst/>
              <a:gdLst/>
              <a:ahLst/>
              <a:cxnLst/>
              <a:rect l="l" t="t" r="r" b="b"/>
              <a:pathLst>
                <a:path w="4262247" h="4039362">
                  <a:moveTo>
                    <a:pt x="0" y="0"/>
                  </a:moveTo>
                  <a:lnTo>
                    <a:pt x="4262247" y="0"/>
                  </a:lnTo>
                  <a:lnTo>
                    <a:pt x="4262247" y="4039362"/>
                  </a:lnTo>
                  <a:lnTo>
                    <a:pt x="0" y="4039362"/>
                  </a:lnTo>
                  <a:close/>
                </a:path>
              </a:pathLst>
            </a:custGeom>
            <a:solidFill>
              <a:srgbClr val="DADBF1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14171266" y="4158558"/>
            <a:ext cx="28575" cy="3029541"/>
            <a:chOff x="0" y="0"/>
            <a:chExt cx="38100" cy="4039387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8100" cy="4039362"/>
            </a:xfrm>
            <a:custGeom>
              <a:avLst/>
              <a:gdLst/>
              <a:ahLst/>
              <a:cxnLst/>
              <a:rect l="l" t="t" r="r" b="b"/>
              <a:pathLst>
                <a:path w="38100" h="4039362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4020312"/>
                  </a:lnTo>
                  <a:cubicBezTo>
                    <a:pt x="38100" y="4030853"/>
                    <a:pt x="29591" y="4039362"/>
                    <a:pt x="19050" y="4039362"/>
                  </a:cubicBezTo>
                  <a:cubicBezTo>
                    <a:pt x="8509" y="4039362"/>
                    <a:pt x="0" y="4030853"/>
                    <a:pt x="0" y="4020312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id="31" name="TextBox 31"/>
          <p:cNvSpPr txBox="1"/>
          <p:nvPr/>
        </p:nvSpPr>
        <p:spPr>
          <a:xfrm>
            <a:off x="14768065" y="4387748"/>
            <a:ext cx="2361162" cy="822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499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Employer Panel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768065" y="5277145"/>
            <a:ext cx="2361162" cy="1672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Post jobs and filter candidates with more control and clarity.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3831786" y="5333848"/>
            <a:ext cx="678952" cy="678952"/>
            <a:chOff x="0" y="0"/>
            <a:chExt cx="905269" cy="905269"/>
          </a:xfrm>
        </p:grpSpPr>
        <p:sp>
          <p:nvSpPr>
            <p:cNvPr id="34" name="Freeform 34"/>
            <p:cNvSpPr/>
            <p:nvPr/>
          </p:nvSpPr>
          <p:spPr>
            <a:xfrm>
              <a:off x="19050" y="19050"/>
              <a:ext cx="867156" cy="867156"/>
            </a:xfrm>
            <a:custGeom>
              <a:avLst/>
              <a:gdLst/>
              <a:ahLst/>
              <a:cxnLst/>
              <a:rect l="l" t="t" r="r" b="b"/>
              <a:pathLst>
                <a:path w="867156" h="867156">
                  <a:moveTo>
                    <a:pt x="0" y="145669"/>
                  </a:moveTo>
                  <a:cubicBezTo>
                    <a:pt x="0" y="65278"/>
                    <a:pt x="65278" y="0"/>
                    <a:pt x="145669" y="0"/>
                  </a:cubicBezTo>
                  <a:lnTo>
                    <a:pt x="721487" y="0"/>
                  </a:lnTo>
                  <a:cubicBezTo>
                    <a:pt x="802005" y="0"/>
                    <a:pt x="867156" y="65278"/>
                    <a:pt x="867156" y="145669"/>
                  </a:cubicBezTo>
                  <a:lnTo>
                    <a:pt x="867156" y="721487"/>
                  </a:lnTo>
                  <a:cubicBezTo>
                    <a:pt x="867156" y="802005"/>
                    <a:pt x="801878" y="867156"/>
                    <a:pt x="721487" y="867156"/>
                  </a:cubicBezTo>
                  <a:lnTo>
                    <a:pt x="145669" y="867156"/>
                  </a:lnTo>
                  <a:cubicBezTo>
                    <a:pt x="65278" y="867156"/>
                    <a:pt x="0" y="802005"/>
                    <a:pt x="0" y="72148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5" name="Freeform 35"/>
            <p:cNvSpPr/>
            <p:nvPr/>
          </p:nvSpPr>
          <p:spPr>
            <a:xfrm>
              <a:off x="0" y="0"/>
              <a:ext cx="905256" cy="905256"/>
            </a:xfrm>
            <a:custGeom>
              <a:avLst/>
              <a:gdLst/>
              <a:ahLst/>
              <a:cxnLst/>
              <a:rect l="l" t="t" r="r" b="b"/>
              <a:pathLst>
                <a:path w="905256" h="905256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740537" y="0"/>
                  </a:lnTo>
                  <a:lnTo>
                    <a:pt x="740537" y="19050"/>
                  </a:lnTo>
                  <a:lnTo>
                    <a:pt x="740537" y="0"/>
                  </a:lnTo>
                  <a:lnTo>
                    <a:pt x="740537" y="19050"/>
                  </a:lnTo>
                  <a:lnTo>
                    <a:pt x="740537" y="0"/>
                  </a:lnTo>
                  <a:cubicBezTo>
                    <a:pt x="831469" y="0"/>
                    <a:pt x="905256" y="73787"/>
                    <a:pt x="905256" y="164719"/>
                  </a:cubicBezTo>
                  <a:lnTo>
                    <a:pt x="886206" y="164719"/>
                  </a:lnTo>
                  <a:lnTo>
                    <a:pt x="905256" y="164719"/>
                  </a:lnTo>
                  <a:lnTo>
                    <a:pt x="905256" y="740537"/>
                  </a:lnTo>
                  <a:lnTo>
                    <a:pt x="886206" y="740537"/>
                  </a:lnTo>
                  <a:lnTo>
                    <a:pt x="905256" y="740537"/>
                  </a:lnTo>
                  <a:cubicBezTo>
                    <a:pt x="905256" y="831469"/>
                    <a:pt x="831469" y="905256"/>
                    <a:pt x="740537" y="905256"/>
                  </a:cubicBezTo>
                  <a:lnTo>
                    <a:pt x="740537" y="886206"/>
                  </a:lnTo>
                  <a:lnTo>
                    <a:pt x="740537" y="905256"/>
                  </a:lnTo>
                  <a:lnTo>
                    <a:pt x="164719" y="905256"/>
                  </a:lnTo>
                  <a:lnTo>
                    <a:pt x="164719" y="886206"/>
                  </a:lnTo>
                  <a:lnTo>
                    <a:pt x="164719" y="905256"/>
                  </a:lnTo>
                  <a:cubicBezTo>
                    <a:pt x="73787" y="905256"/>
                    <a:pt x="0" y="831469"/>
                    <a:pt x="0" y="740537"/>
                  </a:cubicBezTo>
                  <a:lnTo>
                    <a:pt x="0" y="164719"/>
                  </a:lnTo>
                  <a:lnTo>
                    <a:pt x="19050" y="164719"/>
                  </a:lnTo>
                  <a:lnTo>
                    <a:pt x="0" y="164719"/>
                  </a:lnTo>
                  <a:moveTo>
                    <a:pt x="38100" y="164719"/>
                  </a:moveTo>
                  <a:lnTo>
                    <a:pt x="38100" y="740537"/>
                  </a:lnTo>
                  <a:lnTo>
                    <a:pt x="19050" y="740537"/>
                  </a:lnTo>
                  <a:lnTo>
                    <a:pt x="38100" y="740537"/>
                  </a:lnTo>
                  <a:cubicBezTo>
                    <a:pt x="38100" y="810514"/>
                    <a:pt x="94742" y="867156"/>
                    <a:pt x="164719" y="867156"/>
                  </a:cubicBezTo>
                  <a:lnTo>
                    <a:pt x="740537" y="867156"/>
                  </a:lnTo>
                  <a:cubicBezTo>
                    <a:pt x="810514" y="867156"/>
                    <a:pt x="867156" y="810514"/>
                    <a:pt x="867156" y="740537"/>
                  </a:cubicBezTo>
                  <a:lnTo>
                    <a:pt x="867156" y="164719"/>
                  </a:lnTo>
                  <a:cubicBezTo>
                    <a:pt x="867156" y="94742"/>
                    <a:pt x="810514" y="38100"/>
                    <a:pt x="740537" y="38100"/>
                  </a:cubicBezTo>
                  <a:lnTo>
                    <a:pt x="164719" y="38100"/>
                  </a:lnTo>
                  <a:lnTo>
                    <a:pt x="164719" y="19050"/>
                  </a:lnTo>
                  <a:lnTo>
                    <a:pt x="164719" y="38100"/>
                  </a:lnTo>
                  <a:cubicBezTo>
                    <a:pt x="94742" y="38100"/>
                    <a:pt x="38100" y="94742"/>
                    <a:pt x="38100" y="164719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id="36" name="Freeform 36" descr="preencoded.png"/>
          <p:cNvSpPr/>
          <p:nvPr/>
        </p:nvSpPr>
        <p:spPr>
          <a:xfrm>
            <a:off x="14008598" y="5510660"/>
            <a:ext cx="325193" cy="325193"/>
          </a:xfrm>
          <a:custGeom>
            <a:avLst/>
            <a:gdLst/>
            <a:ahLst/>
            <a:cxnLst/>
            <a:rect l="l" t="t" r="r" b="b"/>
            <a:pathLst>
              <a:path w="325193" h="325193">
                <a:moveTo>
                  <a:pt x="0" y="0"/>
                </a:moveTo>
                <a:lnTo>
                  <a:pt x="325194" y="0"/>
                </a:lnTo>
                <a:lnTo>
                  <a:pt x="325194" y="325193"/>
                </a:lnTo>
                <a:lnTo>
                  <a:pt x="0" y="3251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5714" r="-5711"/>
            </a:stretch>
          </a:blipFill>
        </p:spPr>
      </p:sp>
      <p:grpSp>
        <p:nvGrpSpPr>
          <p:cNvPr id="37" name="Group 37"/>
          <p:cNvGrpSpPr/>
          <p:nvPr/>
        </p:nvGrpSpPr>
        <p:grpSpPr>
          <a:xfrm>
            <a:off x="7778058" y="7188098"/>
            <a:ext cx="9589884" cy="1426073"/>
            <a:chOff x="0" y="0"/>
            <a:chExt cx="12786512" cy="1901431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2786487" cy="1901444"/>
            </a:xfrm>
            <a:custGeom>
              <a:avLst/>
              <a:gdLst/>
              <a:ahLst/>
              <a:cxnLst/>
              <a:rect l="l" t="t" r="r" b="b"/>
              <a:pathLst>
                <a:path w="12786487" h="1901444">
                  <a:moveTo>
                    <a:pt x="0" y="0"/>
                  </a:moveTo>
                  <a:lnTo>
                    <a:pt x="12786487" y="0"/>
                  </a:lnTo>
                  <a:lnTo>
                    <a:pt x="12786487" y="1901444"/>
                  </a:lnTo>
                  <a:lnTo>
                    <a:pt x="0" y="1901444"/>
                  </a:lnTo>
                  <a:close/>
                </a:path>
              </a:pathLst>
            </a:custGeom>
            <a:solidFill>
              <a:srgbClr val="DADBF1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7778058" y="7188098"/>
            <a:ext cx="9589884" cy="28575"/>
            <a:chOff x="0" y="0"/>
            <a:chExt cx="12786512" cy="381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2786487" cy="38100"/>
            </a:xfrm>
            <a:custGeom>
              <a:avLst/>
              <a:gdLst/>
              <a:ahLst/>
              <a:cxnLst/>
              <a:rect l="l" t="t" r="r" b="b"/>
              <a:pathLst>
                <a:path w="12786487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2767437" y="0"/>
                  </a:lnTo>
                  <a:cubicBezTo>
                    <a:pt x="12777978" y="0"/>
                    <a:pt x="12786487" y="8509"/>
                    <a:pt x="12786487" y="19050"/>
                  </a:cubicBezTo>
                  <a:cubicBezTo>
                    <a:pt x="12786487" y="29591"/>
                    <a:pt x="12777978" y="38100"/>
                    <a:pt x="12767437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id="41" name="TextBox 41"/>
          <p:cNvSpPr txBox="1"/>
          <p:nvPr/>
        </p:nvSpPr>
        <p:spPr>
          <a:xfrm>
            <a:off x="8016773" y="7417298"/>
            <a:ext cx="3794970" cy="415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499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Notifications &amp; Rewards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016773" y="7900245"/>
            <a:ext cx="8754370" cy="475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Use alerts, badges, and motivation features to keep users engaged.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2933252" y="1841897"/>
            <a:ext cx="2259654" cy="290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75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Benchmark Analysis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933252" y="2159346"/>
            <a:ext cx="6416126" cy="581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5"/>
              </a:lnSpc>
            </a:pPr>
            <a:r>
              <a:rPr lang="en-US" sz="35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What Existing Platforms Miss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933252" y="2893219"/>
            <a:ext cx="12421495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LinkedIn, Coursera, and Indeed each solve part of the journey, but they do not fully connect learning, analysis, and matching in one system.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928490" y="3271390"/>
            <a:ext cx="12431020" cy="4805067"/>
            <a:chOff x="0" y="0"/>
            <a:chExt cx="16574694" cy="640675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574643" cy="6406769"/>
            </a:xfrm>
            <a:custGeom>
              <a:avLst/>
              <a:gdLst/>
              <a:ahLst/>
              <a:cxnLst/>
              <a:rect l="l" t="t" r="r" b="b"/>
              <a:pathLst>
                <a:path w="16574643" h="6406769">
                  <a:moveTo>
                    <a:pt x="0" y="107188"/>
                  </a:moveTo>
                  <a:cubicBezTo>
                    <a:pt x="0" y="48006"/>
                    <a:pt x="48006" y="0"/>
                    <a:pt x="107315" y="0"/>
                  </a:cubicBezTo>
                  <a:lnTo>
                    <a:pt x="16467328" y="0"/>
                  </a:lnTo>
                  <a:lnTo>
                    <a:pt x="16467328" y="6350"/>
                  </a:lnTo>
                  <a:lnTo>
                    <a:pt x="16467328" y="0"/>
                  </a:lnTo>
                  <a:cubicBezTo>
                    <a:pt x="16526638" y="0"/>
                    <a:pt x="16574643" y="48006"/>
                    <a:pt x="16574643" y="107188"/>
                  </a:cubicBezTo>
                  <a:lnTo>
                    <a:pt x="16568293" y="107188"/>
                  </a:lnTo>
                  <a:lnTo>
                    <a:pt x="16574643" y="107188"/>
                  </a:lnTo>
                  <a:lnTo>
                    <a:pt x="16574643" y="6299581"/>
                  </a:lnTo>
                  <a:lnTo>
                    <a:pt x="16568293" y="6299581"/>
                  </a:lnTo>
                  <a:lnTo>
                    <a:pt x="16574643" y="6299581"/>
                  </a:lnTo>
                  <a:cubicBezTo>
                    <a:pt x="16574643" y="6358763"/>
                    <a:pt x="16526638" y="6406769"/>
                    <a:pt x="16467328" y="6406769"/>
                  </a:cubicBezTo>
                  <a:lnTo>
                    <a:pt x="16467328" y="6400419"/>
                  </a:lnTo>
                  <a:lnTo>
                    <a:pt x="16467328" y="6406769"/>
                  </a:lnTo>
                  <a:lnTo>
                    <a:pt x="107315" y="6406769"/>
                  </a:lnTo>
                  <a:lnTo>
                    <a:pt x="107315" y="6400419"/>
                  </a:lnTo>
                  <a:lnTo>
                    <a:pt x="107315" y="6406769"/>
                  </a:lnTo>
                  <a:cubicBezTo>
                    <a:pt x="48006" y="6406769"/>
                    <a:pt x="0" y="6358763"/>
                    <a:pt x="0" y="6299581"/>
                  </a:cubicBezTo>
                  <a:lnTo>
                    <a:pt x="0" y="107188"/>
                  </a:lnTo>
                  <a:lnTo>
                    <a:pt x="6350" y="107188"/>
                  </a:lnTo>
                  <a:lnTo>
                    <a:pt x="0" y="107188"/>
                  </a:lnTo>
                  <a:moveTo>
                    <a:pt x="12700" y="107188"/>
                  </a:moveTo>
                  <a:lnTo>
                    <a:pt x="12700" y="6299581"/>
                  </a:lnTo>
                  <a:lnTo>
                    <a:pt x="6350" y="6299581"/>
                  </a:lnTo>
                  <a:lnTo>
                    <a:pt x="12700" y="6299581"/>
                  </a:lnTo>
                  <a:cubicBezTo>
                    <a:pt x="12700" y="6351778"/>
                    <a:pt x="54991" y="6394069"/>
                    <a:pt x="107315" y="6394069"/>
                  </a:cubicBezTo>
                  <a:lnTo>
                    <a:pt x="16467328" y="6394069"/>
                  </a:lnTo>
                  <a:cubicBezTo>
                    <a:pt x="16519525" y="6394069"/>
                    <a:pt x="16561943" y="6351778"/>
                    <a:pt x="16561943" y="6299581"/>
                  </a:cubicBezTo>
                  <a:lnTo>
                    <a:pt x="16561943" y="107188"/>
                  </a:lnTo>
                  <a:cubicBezTo>
                    <a:pt x="16561943" y="54991"/>
                    <a:pt x="16519652" y="12700"/>
                    <a:pt x="16467328" y="12700"/>
                  </a:cubicBezTo>
                  <a:lnTo>
                    <a:pt x="107315" y="12700"/>
                  </a:lnTo>
                  <a:lnTo>
                    <a:pt x="107315" y="6350"/>
                  </a:lnTo>
                  <a:lnTo>
                    <a:pt x="107315" y="12700"/>
                  </a:lnTo>
                  <a:cubicBezTo>
                    <a:pt x="54991" y="12700"/>
                    <a:pt x="12700" y="54991"/>
                    <a:pt x="12700" y="107188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2942777" y="3285677"/>
            <a:ext cx="12402445" cy="626859"/>
            <a:chOff x="0" y="0"/>
            <a:chExt cx="16536594" cy="83581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6536543" cy="835787"/>
            </a:xfrm>
            <a:custGeom>
              <a:avLst/>
              <a:gdLst/>
              <a:ahLst/>
              <a:cxnLst/>
              <a:rect l="l" t="t" r="r" b="b"/>
              <a:pathLst>
                <a:path w="16536543" h="835787">
                  <a:moveTo>
                    <a:pt x="0" y="0"/>
                  </a:moveTo>
                  <a:lnTo>
                    <a:pt x="16536543" y="0"/>
                  </a:lnTo>
                  <a:lnTo>
                    <a:pt x="16536543" y="835787"/>
                  </a:lnTo>
                  <a:lnTo>
                    <a:pt x="0" y="835787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3123009" y="3344618"/>
            <a:ext cx="1406423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Features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898822" y="3344618"/>
            <a:ext cx="1401661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LinkedIn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69881" y="3344618"/>
            <a:ext cx="1401661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Coursera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40941" y="3344618"/>
            <a:ext cx="1402852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Indeed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13181" y="3344618"/>
            <a:ext cx="1402852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Bdjobs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985422" y="3344618"/>
            <a:ext cx="1402852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Shikho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757672" y="3344618"/>
            <a:ext cx="1407614" cy="489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CareerBridge Pro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2942777" y="3912546"/>
            <a:ext cx="12402445" cy="391420"/>
            <a:chOff x="0" y="0"/>
            <a:chExt cx="16536594" cy="52189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6536543" cy="521843"/>
            </a:xfrm>
            <a:custGeom>
              <a:avLst/>
              <a:gdLst/>
              <a:ahLst/>
              <a:cxnLst/>
              <a:rect l="l" t="t" r="r" b="b"/>
              <a:pathLst>
                <a:path w="16536543" h="521843">
                  <a:moveTo>
                    <a:pt x="0" y="0"/>
                  </a:moveTo>
                  <a:lnTo>
                    <a:pt x="16536543" y="0"/>
                  </a:lnTo>
                  <a:lnTo>
                    <a:pt x="16536543" y="521843"/>
                  </a:lnTo>
                  <a:lnTo>
                    <a:pt x="0" y="5218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3123009" y="3971477"/>
            <a:ext cx="1406423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Profile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898822" y="3971477"/>
            <a:ext cx="1401661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69881" y="3971477"/>
            <a:ext cx="1401661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✗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440941" y="3971477"/>
            <a:ext cx="1402852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13181" y="3971477"/>
            <a:ext cx="1402852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985422" y="3971477"/>
            <a:ext cx="1402852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✗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757672" y="3971477"/>
            <a:ext cx="1407614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2942777" y="4303957"/>
            <a:ext cx="12402445" cy="391420"/>
            <a:chOff x="0" y="0"/>
            <a:chExt cx="16536594" cy="52189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6536543" cy="521843"/>
            </a:xfrm>
            <a:custGeom>
              <a:avLst/>
              <a:gdLst/>
              <a:ahLst/>
              <a:cxnLst/>
              <a:rect l="l" t="t" r="r" b="b"/>
              <a:pathLst>
                <a:path w="16536543" h="521843">
                  <a:moveTo>
                    <a:pt x="0" y="0"/>
                  </a:moveTo>
                  <a:lnTo>
                    <a:pt x="16536543" y="0"/>
                  </a:lnTo>
                  <a:lnTo>
                    <a:pt x="16536543" y="521843"/>
                  </a:lnTo>
                  <a:lnTo>
                    <a:pt x="0" y="521843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31" name="TextBox 31"/>
          <p:cNvSpPr txBox="1"/>
          <p:nvPr/>
        </p:nvSpPr>
        <p:spPr>
          <a:xfrm>
            <a:off x="3123009" y="4362898"/>
            <a:ext cx="1406423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Skill Gap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898822" y="4362898"/>
            <a:ext cx="1401661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✗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669881" y="4362898"/>
            <a:ext cx="1401661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✗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440941" y="4362898"/>
            <a:ext cx="1402852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✗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213181" y="4362898"/>
            <a:ext cx="1402852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✗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985422" y="4362898"/>
            <a:ext cx="1402852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3757672" y="4362898"/>
            <a:ext cx="1407614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2942777" y="4695377"/>
            <a:ext cx="12402445" cy="626859"/>
            <a:chOff x="0" y="0"/>
            <a:chExt cx="16536594" cy="83581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6536543" cy="835787"/>
            </a:xfrm>
            <a:custGeom>
              <a:avLst/>
              <a:gdLst/>
              <a:ahLst/>
              <a:cxnLst/>
              <a:rect l="l" t="t" r="r" b="b"/>
              <a:pathLst>
                <a:path w="16536543" h="835787">
                  <a:moveTo>
                    <a:pt x="0" y="0"/>
                  </a:moveTo>
                  <a:lnTo>
                    <a:pt x="16536543" y="0"/>
                  </a:lnTo>
                  <a:lnTo>
                    <a:pt x="16536543" y="835787"/>
                  </a:lnTo>
                  <a:lnTo>
                    <a:pt x="0" y="8357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40" name="TextBox 40"/>
          <p:cNvSpPr txBox="1"/>
          <p:nvPr/>
        </p:nvSpPr>
        <p:spPr>
          <a:xfrm>
            <a:off x="3123009" y="4754318"/>
            <a:ext cx="1406423" cy="489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Weakness Detect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898822" y="4754318"/>
            <a:ext cx="1401661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✗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669881" y="4754318"/>
            <a:ext cx="1401661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✗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440941" y="4754318"/>
            <a:ext cx="1402852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✗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213181" y="4754318"/>
            <a:ext cx="1402852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✗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985422" y="4754318"/>
            <a:ext cx="1402852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3757672" y="4754318"/>
            <a:ext cx="1407614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2942777" y="5322246"/>
            <a:ext cx="12402445" cy="391420"/>
            <a:chOff x="0" y="0"/>
            <a:chExt cx="16536594" cy="521894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6536543" cy="521843"/>
            </a:xfrm>
            <a:custGeom>
              <a:avLst/>
              <a:gdLst/>
              <a:ahLst/>
              <a:cxnLst/>
              <a:rect l="l" t="t" r="r" b="b"/>
              <a:pathLst>
                <a:path w="16536543" h="521843">
                  <a:moveTo>
                    <a:pt x="0" y="0"/>
                  </a:moveTo>
                  <a:lnTo>
                    <a:pt x="16536543" y="0"/>
                  </a:lnTo>
                  <a:lnTo>
                    <a:pt x="16536543" y="521843"/>
                  </a:lnTo>
                  <a:lnTo>
                    <a:pt x="0" y="521843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49" name="TextBox 49"/>
          <p:cNvSpPr txBox="1"/>
          <p:nvPr/>
        </p:nvSpPr>
        <p:spPr>
          <a:xfrm>
            <a:off x="3123009" y="5381177"/>
            <a:ext cx="1406423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Career Plan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898822" y="5381177"/>
            <a:ext cx="1401661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✗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669881" y="5381177"/>
            <a:ext cx="1401661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✗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440941" y="5381177"/>
            <a:ext cx="1402852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✗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0213181" y="5381177"/>
            <a:ext cx="1402852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✗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985422" y="5381177"/>
            <a:ext cx="1402852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3757672" y="5381177"/>
            <a:ext cx="1407614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</a:p>
        </p:txBody>
      </p:sp>
      <p:grpSp>
        <p:nvGrpSpPr>
          <p:cNvPr id="56" name="Group 56"/>
          <p:cNvGrpSpPr/>
          <p:nvPr/>
        </p:nvGrpSpPr>
        <p:grpSpPr>
          <a:xfrm>
            <a:off x="2942777" y="5713657"/>
            <a:ext cx="12402445" cy="391420"/>
            <a:chOff x="0" y="0"/>
            <a:chExt cx="16536594" cy="521894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6536543" cy="521843"/>
            </a:xfrm>
            <a:custGeom>
              <a:avLst/>
              <a:gdLst/>
              <a:ahLst/>
              <a:cxnLst/>
              <a:rect l="l" t="t" r="r" b="b"/>
              <a:pathLst>
                <a:path w="16536543" h="521843">
                  <a:moveTo>
                    <a:pt x="0" y="0"/>
                  </a:moveTo>
                  <a:lnTo>
                    <a:pt x="16536543" y="0"/>
                  </a:lnTo>
                  <a:lnTo>
                    <a:pt x="16536543" y="521843"/>
                  </a:lnTo>
                  <a:lnTo>
                    <a:pt x="0" y="5218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58" name="TextBox 58"/>
          <p:cNvSpPr txBox="1"/>
          <p:nvPr/>
        </p:nvSpPr>
        <p:spPr>
          <a:xfrm>
            <a:off x="3123009" y="5772598"/>
            <a:ext cx="1406423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Course Suggest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4898822" y="5772598"/>
            <a:ext cx="1401661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✗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6669881" y="5772598"/>
            <a:ext cx="1401661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440941" y="5772598"/>
            <a:ext cx="1402852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✗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0213181" y="5772598"/>
            <a:ext cx="1402852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✗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1985422" y="5772598"/>
            <a:ext cx="1402852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3757672" y="5772598"/>
            <a:ext cx="1407614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</a:p>
        </p:txBody>
      </p:sp>
      <p:grpSp>
        <p:nvGrpSpPr>
          <p:cNvPr id="65" name="Group 65"/>
          <p:cNvGrpSpPr/>
          <p:nvPr/>
        </p:nvGrpSpPr>
        <p:grpSpPr>
          <a:xfrm>
            <a:off x="2942777" y="6105077"/>
            <a:ext cx="12402445" cy="391420"/>
            <a:chOff x="0" y="0"/>
            <a:chExt cx="16536594" cy="521894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16536543" cy="521843"/>
            </a:xfrm>
            <a:custGeom>
              <a:avLst/>
              <a:gdLst/>
              <a:ahLst/>
              <a:cxnLst/>
              <a:rect l="l" t="t" r="r" b="b"/>
              <a:pathLst>
                <a:path w="16536543" h="521843">
                  <a:moveTo>
                    <a:pt x="0" y="0"/>
                  </a:moveTo>
                  <a:lnTo>
                    <a:pt x="16536543" y="0"/>
                  </a:lnTo>
                  <a:lnTo>
                    <a:pt x="16536543" y="521843"/>
                  </a:lnTo>
                  <a:lnTo>
                    <a:pt x="0" y="521843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67" name="TextBox 67"/>
          <p:cNvSpPr txBox="1"/>
          <p:nvPr/>
        </p:nvSpPr>
        <p:spPr>
          <a:xfrm>
            <a:off x="3123009" y="6164018"/>
            <a:ext cx="1406423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Quiz/Test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4898822" y="6164018"/>
            <a:ext cx="1401661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✗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6669881" y="6164018"/>
            <a:ext cx="1401661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8440941" y="6164018"/>
            <a:ext cx="1402852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✗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0213181" y="6164018"/>
            <a:ext cx="1402852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✗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1985422" y="6164018"/>
            <a:ext cx="1402852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3757672" y="6164018"/>
            <a:ext cx="1407614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</a:p>
        </p:txBody>
      </p:sp>
      <p:grpSp>
        <p:nvGrpSpPr>
          <p:cNvPr id="74" name="Group 74"/>
          <p:cNvGrpSpPr/>
          <p:nvPr/>
        </p:nvGrpSpPr>
        <p:grpSpPr>
          <a:xfrm>
            <a:off x="2942777" y="6496498"/>
            <a:ext cx="12402445" cy="391420"/>
            <a:chOff x="0" y="0"/>
            <a:chExt cx="16536594" cy="521894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16536543" cy="521843"/>
            </a:xfrm>
            <a:custGeom>
              <a:avLst/>
              <a:gdLst/>
              <a:ahLst/>
              <a:cxnLst/>
              <a:rect l="l" t="t" r="r" b="b"/>
              <a:pathLst>
                <a:path w="16536543" h="521843">
                  <a:moveTo>
                    <a:pt x="0" y="0"/>
                  </a:moveTo>
                  <a:lnTo>
                    <a:pt x="16536543" y="0"/>
                  </a:lnTo>
                  <a:lnTo>
                    <a:pt x="16536543" y="521843"/>
                  </a:lnTo>
                  <a:lnTo>
                    <a:pt x="0" y="5218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76" name="TextBox 76"/>
          <p:cNvSpPr txBox="1"/>
          <p:nvPr/>
        </p:nvSpPr>
        <p:spPr>
          <a:xfrm>
            <a:off x="3123009" y="6555429"/>
            <a:ext cx="1406423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Job Search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4898822" y="6555429"/>
            <a:ext cx="1401661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6669881" y="6555429"/>
            <a:ext cx="1401661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✗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8440941" y="6555429"/>
            <a:ext cx="1402852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0213181" y="6555429"/>
            <a:ext cx="1402852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1985422" y="6555429"/>
            <a:ext cx="1402852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✗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13757672" y="6555429"/>
            <a:ext cx="1407614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</a:p>
        </p:txBody>
      </p:sp>
      <p:grpSp>
        <p:nvGrpSpPr>
          <p:cNvPr id="83" name="Group 83"/>
          <p:cNvGrpSpPr/>
          <p:nvPr/>
        </p:nvGrpSpPr>
        <p:grpSpPr>
          <a:xfrm>
            <a:off x="2942777" y="6887918"/>
            <a:ext cx="12402445" cy="391420"/>
            <a:chOff x="0" y="0"/>
            <a:chExt cx="16536594" cy="521894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16536543" cy="521843"/>
            </a:xfrm>
            <a:custGeom>
              <a:avLst/>
              <a:gdLst/>
              <a:ahLst/>
              <a:cxnLst/>
              <a:rect l="l" t="t" r="r" b="b"/>
              <a:pathLst>
                <a:path w="16536543" h="521843">
                  <a:moveTo>
                    <a:pt x="0" y="0"/>
                  </a:moveTo>
                  <a:lnTo>
                    <a:pt x="16536543" y="0"/>
                  </a:lnTo>
                  <a:lnTo>
                    <a:pt x="16536543" y="521843"/>
                  </a:lnTo>
                  <a:lnTo>
                    <a:pt x="0" y="521843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85" name="TextBox 85"/>
          <p:cNvSpPr txBox="1"/>
          <p:nvPr/>
        </p:nvSpPr>
        <p:spPr>
          <a:xfrm>
            <a:off x="3123009" y="6946849"/>
            <a:ext cx="1406423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Job Match %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4898822" y="6946849"/>
            <a:ext cx="1401661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✗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6669881" y="6946849"/>
            <a:ext cx="1401661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✗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8440941" y="6946849"/>
            <a:ext cx="1402852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✗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0213181" y="6946849"/>
            <a:ext cx="1402852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✗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11985422" y="6946849"/>
            <a:ext cx="1402852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✗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3757672" y="6946849"/>
            <a:ext cx="1407614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</a:p>
        </p:txBody>
      </p:sp>
      <p:grpSp>
        <p:nvGrpSpPr>
          <p:cNvPr id="92" name="Group 92"/>
          <p:cNvGrpSpPr/>
          <p:nvPr/>
        </p:nvGrpSpPr>
        <p:grpSpPr>
          <a:xfrm>
            <a:off x="2942777" y="7279329"/>
            <a:ext cx="12402445" cy="391420"/>
            <a:chOff x="0" y="0"/>
            <a:chExt cx="16536594" cy="521894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16536543" cy="521843"/>
            </a:xfrm>
            <a:custGeom>
              <a:avLst/>
              <a:gdLst/>
              <a:ahLst/>
              <a:cxnLst/>
              <a:rect l="l" t="t" r="r" b="b"/>
              <a:pathLst>
                <a:path w="16536543" h="521843">
                  <a:moveTo>
                    <a:pt x="0" y="0"/>
                  </a:moveTo>
                  <a:lnTo>
                    <a:pt x="16536543" y="0"/>
                  </a:lnTo>
                  <a:lnTo>
                    <a:pt x="16536543" y="521843"/>
                  </a:lnTo>
                  <a:lnTo>
                    <a:pt x="0" y="5218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94" name="TextBox 94"/>
          <p:cNvSpPr txBox="1"/>
          <p:nvPr/>
        </p:nvSpPr>
        <p:spPr>
          <a:xfrm>
            <a:off x="3123009" y="7338270"/>
            <a:ext cx="1406423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Study Group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4898822" y="7338270"/>
            <a:ext cx="1401661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✗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6669881" y="7338270"/>
            <a:ext cx="1401661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8440941" y="7338270"/>
            <a:ext cx="1402852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✗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0213181" y="7338270"/>
            <a:ext cx="1402852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✗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1985422" y="7338270"/>
            <a:ext cx="1402852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13757672" y="7338270"/>
            <a:ext cx="1407614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</a:p>
        </p:txBody>
      </p:sp>
      <p:grpSp>
        <p:nvGrpSpPr>
          <p:cNvPr id="101" name="Group 101"/>
          <p:cNvGrpSpPr/>
          <p:nvPr/>
        </p:nvGrpSpPr>
        <p:grpSpPr>
          <a:xfrm>
            <a:off x="2942777" y="7670749"/>
            <a:ext cx="12402445" cy="391420"/>
            <a:chOff x="0" y="0"/>
            <a:chExt cx="16536594" cy="521894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16536543" cy="521843"/>
            </a:xfrm>
            <a:custGeom>
              <a:avLst/>
              <a:gdLst/>
              <a:ahLst/>
              <a:cxnLst/>
              <a:rect l="l" t="t" r="r" b="b"/>
              <a:pathLst>
                <a:path w="16536543" h="521843">
                  <a:moveTo>
                    <a:pt x="0" y="0"/>
                  </a:moveTo>
                  <a:lnTo>
                    <a:pt x="16536543" y="0"/>
                  </a:lnTo>
                  <a:lnTo>
                    <a:pt x="16536543" y="521843"/>
                  </a:lnTo>
                  <a:lnTo>
                    <a:pt x="0" y="521843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103" name="TextBox 103"/>
          <p:cNvSpPr txBox="1"/>
          <p:nvPr/>
        </p:nvSpPr>
        <p:spPr>
          <a:xfrm>
            <a:off x="3123009" y="7729690"/>
            <a:ext cx="1406423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Rewards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4898822" y="7729690"/>
            <a:ext cx="1401661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✗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6669881" y="7729690"/>
            <a:ext cx="1401661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✗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8440941" y="7729690"/>
            <a:ext cx="1402852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✗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10213181" y="7729690"/>
            <a:ext cx="1402852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✗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11985422" y="7729690"/>
            <a:ext cx="1402852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13757672" y="7729690"/>
            <a:ext cx="1407614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2933252" y="8181080"/>
            <a:ext cx="12421495" cy="2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Unique advantage:</a:t>
            </a: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an integrated career system that combines learning, analysis, and job placement.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7850238" y="1674609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Project Analysis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50238" y="2221411"/>
            <a:ext cx="9445523" cy="180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One Platform, Complete Career Support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50238" y="4361412"/>
            <a:ext cx="9445523" cy="3005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Existing platforms are separate systems, each covering only one part of the journey.</a:t>
            </a:r>
          </a:p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No single tool provides a complete career solution from skill building to job placement.</a:t>
            </a:r>
          </a:p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CareerBridge Pro addresses this gap with smart skill analysis, guided learning, and intelligent job matching.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850238" y="7600359"/>
            <a:ext cx="9445523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This creates a more efficient and supportive experience for students, job seekers, and employers alike.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7850238" y="3392538"/>
            <a:ext cx="7088238" cy="914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CareerBridge Pro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50238" y="4646562"/>
            <a:ext cx="9445523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 unified platform designed to help users </a:t>
            </a:r>
            <a:r>
              <a:rPr lang="en-US" sz="2187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learn smarter</a:t>
            </a: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2187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close skill gaps</a:t>
            </a: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and </a:t>
            </a:r>
            <a:r>
              <a:rPr lang="en-US" sz="2187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move confidently into the right job</a:t>
            </a: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50238" y="5872753"/>
            <a:ext cx="9445523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1">
                <a:solidFill>
                  <a:srgbClr val="481C9E"/>
                </a:solidFill>
                <a:latin typeface="Inter Bold"/>
                <a:ea typeface="Inter Bold"/>
                <a:cs typeface="Inter Bold"/>
                <a:sym typeface="Inter Bold"/>
              </a:rPr>
              <a:t>The goal is simple:</a:t>
            </a: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connect education, career guidance, and placement in one seamless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Custom</PresentationFormat>
  <Paragraphs>154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Arial</vt:lpstr>
      <vt:lpstr>Inter Bold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No: 8</dc:title>
  <cp:lastModifiedBy>Sabbir Ahmed Shawon Akando</cp:lastModifiedBy>
  <cp:revision>4</cp:revision>
  <dcterms:created xsi:type="dcterms:W3CDTF">2006-08-16T00:00:00Z</dcterms:created>
  <dcterms:modified xsi:type="dcterms:W3CDTF">2026-03-28T17:36:47Z</dcterms:modified>
  <dc:identifier>DAHFQFnyVAE</dc:identifier>
</cp:coreProperties>
</file>